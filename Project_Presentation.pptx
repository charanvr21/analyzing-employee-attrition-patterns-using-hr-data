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83" r:id="rId1"/>
  </p:sldMasterIdLst>
  <p:notesMasterIdLst>
    <p:notesMasterId r:id="rId14"/>
  </p:notesMasterIdLst>
  <p:sldIdLst>
    <p:sldId id="260" r:id="rId2"/>
    <p:sldId id="258" r:id="rId3"/>
    <p:sldId id="259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A43EBC-8059-447A-B937-A283CF328CD3}">
          <p14:sldIdLst/>
        </p14:section>
        <p14:section name="Untitled Section" id="{FC75B575-7E2B-4FAA-AACD-4AA4996F6BF5}">
          <p14:sldIdLst>
            <p14:sldId id="260"/>
            <p14:sldId id="258"/>
            <p14:sldId id="259"/>
            <p14:sldId id="261"/>
            <p14:sldId id="262"/>
            <p14:sldId id="263"/>
            <p14:sldId id="264"/>
            <p14:sldId id="266"/>
            <p14:sldId id="267"/>
            <p14:sldId id="268"/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C1B585-7359-417B-AC5D-5654FDC1D6A8}" v="803" dt="2026-03-12T17:03:14.423"/>
    <p1510:client id="{6037CCFB-196B-4685-B9CB-381AF26A241C}" v="39" dt="2026-03-12T17:11:15.315"/>
    <p1510:client id="{EF2E9D73-C6AE-4672-8EA8-4DDE8D74793B}" v="104" dt="2026-03-11T11:41:43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VR" userId="67deae2228444897" providerId="LiveId" clId="{05CED831-83F7-40E3-BDD2-9AE8164D3DCB}"/>
    <pc:docChg chg="undo custSel addSld delSld modSld addSection modSection">
      <pc:chgData name="CHARAN VR" userId="67deae2228444897" providerId="LiveId" clId="{05CED831-83F7-40E3-BDD2-9AE8164D3DCB}" dt="2026-03-11T11:44:31.419" v="1801" actId="20577"/>
      <pc:docMkLst>
        <pc:docMk/>
      </pc:docMkLst>
      <pc:sldChg chg="addSp delSp modSp new del mod">
        <pc:chgData name="CHARAN VR" userId="67deae2228444897" providerId="LiveId" clId="{05CED831-83F7-40E3-BDD2-9AE8164D3DCB}" dt="2026-03-11T10:03:38.365" v="852" actId="2696"/>
        <pc:sldMkLst>
          <pc:docMk/>
          <pc:sldMk cId="2373447814" sldId="257"/>
        </pc:sldMkLst>
        <pc:spChg chg="mod">
          <ac:chgData name="CHARAN VR" userId="67deae2228444897" providerId="LiveId" clId="{05CED831-83F7-40E3-BDD2-9AE8164D3DCB}" dt="2026-03-11T08:42:24.850" v="632" actId="1076"/>
          <ac:spMkLst>
            <pc:docMk/>
            <pc:sldMk cId="2373447814" sldId="257"/>
            <ac:spMk id="2" creationId="{252F7767-A026-DBFB-440B-5162B703558B}"/>
          </ac:spMkLst>
        </pc:spChg>
        <pc:picChg chg="add del mod">
          <ac:chgData name="CHARAN VR" userId="67deae2228444897" providerId="LiveId" clId="{05CED831-83F7-40E3-BDD2-9AE8164D3DCB}" dt="2026-03-11T09:14:48.816" v="658" actId="931"/>
          <ac:picMkLst>
            <pc:docMk/>
            <pc:sldMk cId="2373447814" sldId="257"/>
            <ac:picMk id="5" creationId="{0C5A14AE-46AC-1667-2C0C-89FA72753F12}"/>
          </ac:picMkLst>
        </pc:picChg>
      </pc:sldChg>
      <pc:sldChg chg="addSp delSp modSp new mod modClrScheme chgLayout">
        <pc:chgData name="CHARAN VR" userId="67deae2228444897" providerId="LiveId" clId="{05CED831-83F7-40E3-BDD2-9AE8164D3DCB}" dt="2026-03-11T11:09:36.085" v="1583"/>
        <pc:sldMkLst>
          <pc:docMk/>
          <pc:sldMk cId="4151533827" sldId="258"/>
        </pc:sldMkLst>
        <pc:spChg chg="add mod ord">
          <ac:chgData name="CHARAN VR" userId="67deae2228444897" providerId="LiveId" clId="{05CED831-83F7-40E3-BDD2-9AE8164D3DCB}" dt="2026-03-11T11:09:36.085" v="1583"/>
          <ac:spMkLst>
            <pc:docMk/>
            <pc:sldMk cId="4151533827" sldId="258"/>
            <ac:spMk id="14" creationId="{E89F16F0-8085-4331-80C4-0014DB076907}"/>
          </ac:spMkLst>
        </pc:spChg>
        <pc:spChg chg="add mod ord">
          <ac:chgData name="CHARAN VR" userId="67deae2228444897" providerId="LiveId" clId="{05CED831-83F7-40E3-BDD2-9AE8164D3DCB}" dt="2026-03-11T11:09:36.085" v="1583"/>
          <ac:spMkLst>
            <pc:docMk/>
            <pc:sldMk cId="4151533827" sldId="258"/>
            <ac:spMk id="15" creationId="{68CE5AC3-2162-46EB-6110-3C34639F351D}"/>
          </ac:spMkLst>
        </pc:spChg>
      </pc:sldChg>
      <pc:sldChg chg="addSp delSp modSp new mod modClrScheme chgLayout">
        <pc:chgData name="CHARAN VR" userId="67deae2228444897" providerId="LiveId" clId="{05CED831-83F7-40E3-BDD2-9AE8164D3DCB}" dt="2026-03-11T11:09:36.168" v="1585" actId="27636"/>
        <pc:sldMkLst>
          <pc:docMk/>
          <pc:sldMk cId="2797468595" sldId="259"/>
        </pc:sldMkLst>
        <pc:spChg chg="add mod">
          <ac:chgData name="CHARAN VR" userId="67deae2228444897" providerId="LiveId" clId="{05CED831-83F7-40E3-BDD2-9AE8164D3DCB}" dt="2026-03-11T10:32:37.056" v="900"/>
          <ac:spMkLst>
            <pc:docMk/>
            <pc:sldMk cId="2797468595" sldId="259"/>
            <ac:spMk id="2" creationId="{F25DE79A-0310-3FD2-2D58-D235D5CACC0C}"/>
          </ac:spMkLst>
        </pc:spChg>
        <pc:spChg chg="add mod">
          <ac:chgData name="CHARAN VR" userId="67deae2228444897" providerId="LiveId" clId="{05CED831-83F7-40E3-BDD2-9AE8164D3DCB}" dt="2026-03-11T10:32:57.038" v="902"/>
          <ac:spMkLst>
            <pc:docMk/>
            <pc:sldMk cId="2797468595" sldId="259"/>
            <ac:spMk id="3" creationId="{306EF562-8829-B626-05F0-0D876AB0553F}"/>
          </ac:spMkLst>
        </pc:spChg>
        <pc:spChg chg="add mod ord">
          <ac:chgData name="CHARAN VR" userId="67deae2228444897" providerId="LiveId" clId="{05CED831-83F7-40E3-BDD2-9AE8164D3DCB}" dt="2026-03-11T11:09:36.168" v="1585" actId="27636"/>
          <ac:spMkLst>
            <pc:docMk/>
            <pc:sldMk cId="2797468595" sldId="259"/>
            <ac:spMk id="4" creationId="{F9C9B003-99B7-F199-8D84-32410A39C354}"/>
          </ac:spMkLst>
        </pc:spChg>
        <pc:spChg chg="add del mod ord">
          <ac:chgData name="CHARAN VR" userId="67deae2228444897" providerId="LiveId" clId="{05CED831-83F7-40E3-BDD2-9AE8164D3DCB}" dt="2026-03-11T10:34:06.416" v="914"/>
          <ac:spMkLst>
            <pc:docMk/>
            <pc:sldMk cId="2797468595" sldId="259"/>
            <ac:spMk id="5" creationId="{4D7B531D-754D-77CA-5C45-3D960EF7F5C6}"/>
          </ac:spMkLst>
        </pc:spChg>
        <pc:spChg chg="add mod">
          <ac:chgData name="CHARAN VR" userId="67deae2228444897" providerId="LiveId" clId="{05CED831-83F7-40E3-BDD2-9AE8164D3DCB}" dt="2026-03-11T10:33:49.093" v="913"/>
          <ac:spMkLst>
            <pc:docMk/>
            <pc:sldMk cId="2797468595" sldId="259"/>
            <ac:spMk id="6" creationId="{B1020CB4-336B-48F2-7061-05E405B6AF37}"/>
          </ac:spMkLst>
        </pc:spChg>
        <pc:spChg chg="add mod">
          <ac:chgData name="CHARAN VR" userId="67deae2228444897" providerId="LiveId" clId="{05CED831-83F7-40E3-BDD2-9AE8164D3DCB}" dt="2026-03-11T10:34:54.214" v="994" actId="20577"/>
          <ac:spMkLst>
            <pc:docMk/>
            <pc:sldMk cId="2797468595" sldId="259"/>
            <ac:spMk id="7" creationId="{37E22077-7B76-82ED-EC71-7F4AD62ABBE7}"/>
          </ac:spMkLst>
        </pc:spChg>
      </pc:sldChg>
      <pc:sldChg chg="addSp delSp modSp new mod">
        <pc:chgData name="CHARAN VR" userId="67deae2228444897" providerId="LiveId" clId="{05CED831-83F7-40E3-BDD2-9AE8164D3DCB}" dt="2026-03-11T11:09:36.163" v="1584" actId="27636"/>
        <pc:sldMkLst>
          <pc:docMk/>
          <pc:sldMk cId="348225859" sldId="260"/>
        </pc:sldMkLst>
        <pc:spChg chg="mod">
          <ac:chgData name="CHARAN VR" userId="67deae2228444897" providerId="LiveId" clId="{05CED831-83F7-40E3-BDD2-9AE8164D3DCB}" dt="2026-03-11T11:09:36.163" v="1584" actId="27636"/>
          <ac:spMkLst>
            <pc:docMk/>
            <pc:sldMk cId="348225859" sldId="260"/>
            <ac:spMk id="2" creationId="{E8863FE0-E54F-5188-3371-4F99D117B13C}"/>
          </ac:spMkLst>
        </pc:spChg>
        <pc:spChg chg="mod">
          <ac:chgData name="CHARAN VR" userId="67deae2228444897" providerId="LiveId" clId="{05CED831-83F7-40E3-BDD2-9AE8164D3DCB}" dt="2026-03-11T10:23:31.320" v="895" actId="20577"/>
          <ac:spMkLst>
            <pc:docMk/>
            <pc:sldMk cId="348225859" sldId="260"/>
            <ac:spMk id="3" creationId="{BEE6AA58-5233-C739-EF28-1D3109D72365}"/>
          </ac:spMkLst>
        </pc:spChg>
        <pc:picChg chg="add del mod">
          <ac:chgData name="CHARAN VR" userId="67deae2228444897" providerId="LiveId" clId="{05CED831-83F7-40E3-BDD2-9AE8164D3DCB}" dt="2026-03-11T09:25:39.331" v="681" actId="931"/>
          <ac:picMkLst>
            <pc:docMk/>
            <pc:sldMk cId="348225859" sldId="260"/>
            <ac:picMk id="5" creationId="{C6A8F1A7-6FCC-8915-C913-874299EB4522}"/>
          </ac:picMkLst>
        </pc:picChg>
        <pc:picChg chg="add del mod">
          <ac:chgData name="CHARAN VR" userId="67deae2228444897" providerId="LiveId" clId="{05CED831-83F7-40E3-BDD2-9AE8164D3DCB}" dt="2026-03-11T09:27:49.505" v="716" actId="931"/>
          <ac:picMkLst>
            <pc:docMk/>
            <pc:sldMk cId="348225859" sldId="260"/>
            <ac:picMk id="7" creationId="{6FA6D9AD-B319-78C8-5BC3-CB61C1051073}"/>
          </ac:picMkLst>
        </pc:picChg>
        <pc:picChg chg="add del mod">
          <ac:chgData name="CHARAN VR" userId="67deae2228444897" providerId="LiveId" clId="{05CED831-83F7-40E3-BDD2-9AE8164D3DCB}" dt="2026-03-11T09:30:00.521" v="790" actId="931"/>
          <ac:picMkLst>
            <pc:docMk/>
            <pc:sldMk cId="348225859" sldId="260"/>
            <ac:picMk id="9" creationId="{41DB3B81-A33C-CC36-547D-4721DFD55CB7}"/>
          </ac:picMkLst>
        </pc:picChg>
        <pc:picChg chg="add mod">
          <ac:chgData name="CHARAN VR" userId="67deae2228444897" providerId="LiveId" clId="{05CED831-83F7-40E3-BDD2-9AE8164D3DCB}" dt="2026-03-11T09:51:52.601" v="826" actId="14100"/>
          <ac:picMkLst>
            <pc:docMk/>
            <pc:sldMk cId="348225859" sldId="260"/>
            <ac:picMk id="11" creationId="{131D0150-41D8-0B48-7144-2ED2E42F2336}"/>
          </ac:picMkLst>
        </pc:picChg>
      </pc:sldChg>
      <pc:sldChg chg="new del">
        <pc:chgData name="CHARAN VR" userId="67deae2228444897" providerId="LiveId" clId="{05CED831-83F7-40E3-BDD2-9AE8164D3DCB}" dt="2026-03-11T09:08:49.136" v="640" actId="680"/>
        <pc:sldMkLst>
          <pc:docMk/>
          <pc:sldMk cId="1892419735" sldId="260"/>
        </pc:sldMkLst>
      </pc:sldChg>
      <pc:sldChg chg="new del">
        <pc:chgData name="CHARAN VR" userId="67deae2228444897" providerId="LiveId" clId="{05CED831-83F7-40E3-BDD2-9AE8164D3DCB}" dt="2026-03-11T09:08:18.037" v="638" actId="680"/>
        <pc:sldMkLst>
          <pc:docMk/>
          <pc:sldMk cId="2320253120" sldId="260"/>
        </pc:sldMkLst>
      </pc:sldChg>
      <pc:sldChg chg="modSp new mod chgLayout">
        <pc:chgData name="CHARAN VR" userId="67deae2228444897" providerId="LiveId" clId="{05CED831-83F7-40E3-BDD2-9AE8164D3DCB}" dt="2026-03-11T11:09:36.085" v="1583"/>
        <pc:sldMkLst>
          <pc:docMk/>
          <pc:sldMk cId="502923911" sldId="261"/>
        </pc:sldMkLst>
        <pc:spChg chg="mod ord">
          <ac:chgData name="CHARAN VR" userId="67deae2228444897" providerId="LiveId" clId="{05CED831-83F7-40E3-BDD2-9AE8164D3DCB}" dt="2026-03-11T11:09:36.085" v="1583"/>
          <ac:spMkLst>
            <pc:docMk/>
            <pc:sldMk cId="502923911" sldId="261"/>
            <ac:spMk id="2" creationId="{D3AD94CE-ACEB-7E1A-6C4F-397E4EA2771D}"/>
          </ac:spMkLst>
        </pc:spChg>
        <pc:spChg chg="mod ord">
          <ac:chgData name="CHARAN VR" userId="67deae2228444897" providerId="LiveId" clId="{05CED831-83F7-40E3-BDD2-9AE8164D3DCB}" dt="2026-03-11T11:09:36.085" v="1583"/>
          <ac:spMkLst>
            <pc:docMk/>
            <pc:sldMk cId="502923911" sldId="261"/>
            <ac:spMk id="3" creationId="{33375AE0-9659-04F2-CAEA-0C14CD2CDD8E}"/>
          </ac:spMkLst>
        </pc:spChg>
      </pc:sldChg>
      <pc:sldChg chg="new del">
        <pc:chgData name="CHARAN VR" userId="67deae2228444897" providerId="LiveId" clId="{05CED831-83F7-40E3-BDD2-9AE8164D3DCB}" dt="2026-03-11T09:08:17.063" v="637" actId="680"/>
        <pc:sldMkLst>
          <pc:docMk/>
          <pc:sldMk cId="2756164858" sldId="261"/>
        </pc:sldMkLst>
      </pc:sldChg>
      <pc:sldChg chg="new del">
        <pc:chgData name="CHARAN VR" userId="67deae2228444897" providerId="LiveId" clId="{05CED831-83F7-40E3-BDD2-9AE8164D3DCB}" dt="2026-03-11T09:08:16.305" v="636" actId="680"/>
        <pc:sldMkLst>
          <pc:docMk/>
          <pc:sldMk cId="1908282832" sldId="262"/>
        </pc:sldMkLst>
      </pc:sldChg>
      <pc:sldChg chg="addSp delSp modSp new mod">
        <pc:chgData name="CHARAN VR" userId="67deae2228444897" providerId="LiveId" clId="{05CED831-83F7-40E3-BDD2-9AE8164D3DCB}" dt="2026-03-11T11:09:36.085" v="1583"/>
        <pc:sldMkLst>
          <pc:docMk/>
          <pc:sldMk cId="2897000437" sldId="262"/>
        </pc:sldMkLst>
        <pc:spChg chg="mod">
          <ac:chgData name="CHARAN VR" userId="67deae2228444897" providerId="LiveId" clId="{05CED831-83F7-40E3-BDD2-9AE8164D3DCB}" dt="2026-03-11T11:09:36.085" v="1583"/>
          <ac:spMkLst>
            <pc:docMk/>
            <pc:sldMk cId="2897000437" sldId="262"/>
            <ac:spMk id="2" creationId="{98D72296-30E6-BB20-91DB-897602EDA428}"/>
          </ac:spMkLst>
        </pc:spChg>
        <pc:spChg chg="add del mod">
          <ac:chgData name="CHARAN VR" userId="67deae2228444897" providerId="LiveId" clId="{05CED831-83F7-40E3-BDD2-9AE8164D3DCB}" dt="2026-03-11T11:09:36.085" v="1583"/>
          <ac:spMkLst>
            <pc:docMk/>
            <pc:sldMk cId="2897000437" sldId="262"/>
            <ac:spMk id="3" creationId="{A5678800-6B02-02D3-3DB5-D0C791A3AFB7}"/>
          </ac:spMkLst>
        </pc:spChg>
        <pc:spChg chg="add mod">
          <ac:chgData name="CHARAN VR" userId="67deae2228444897" providerId="LiveId" clId="{05CED831-83F7-40E3-BDD2-9AE8164D3DCB}" dt="2026-03-11T10:57:28.904" v="1342"/>
          <ac:spMkLst>
            <pc:docMk/>
            <pc:sldMk cId="2897000437" sldId="262"/>
            <ac:spMk id="4" creationId="{46C4E0B2-9489-C99E-9DD4-292F64FD64CF}"/>
          </ac:spMkLst>
        </pc:spChg>
      </pc:sldChg>
      <pc:sldChg chg="addSp delSp modSp new mod modClrScheme chgLayout">
        <pc:chgData name="CHARAN VR" userId="67deae2228444897" providerId="LiveId" clId="{05CED831-83F7-40E3-BDD2-9AE8164D3DCB}" dt="2026-03-11T11:11:47.322" v="1601" actId="1076"/>
        <pc:sldMkLst>
          <pc:docMk/>
          <pc:sldMk cId="2829458165" sldId="263"/>
        </pc:sldMkLst>
        <pc:spChg chg="del mod ord">
          <ac:chgData name="CHARAN VR" userId="67deae2228444897" providerId="LiveId" clId="{05CED831-83F7-40E3-BDD2-9AE8164D3DCB}" dt="2026-03-11T11:08:29.356" v="1551" actId="700"/>
          <ac:spMkLst>
            <pc:docMk/>
            <pc:sldMk cId="2829458165" sldId="263"/>
            <ac:spMk id="2" creationId="{1CF71142-A92D-961A-BE2D-F1651D6DE89F}"/>
          </ac:spMkLst>
        </pc:spChg>
        <pc:spChg chg="del">
          <ac:chgData name="CHARAN VR" userId="67deae2228444897" providerId="LiveId" clId="{05CED831-83F7-40E3-BDD2-9AE8164D3DCB}" dt="2026-03-11T11:08:29.356" v="1551" actId="700"/>
          <ac:spMkLst>
            <pc:docMk/>
            <pc:sldMk cId="2829458165" sldId="263"/>
            <ac:spMk id="3" creationId="{FD024955-DF5E-F71E-4625-1A1364B52114}"/>
          </ac:spMkLst>
        </pc:spChg>
        <pc:spChg chg="add mod ord">
          <ac:chgData name="CHARAN VR" userId="67deae2228444897" providerId="LiveId" clId="{05CED831-83F7-40E3-BDD2-9AE8164D3DCB}" dt="2026-03-11T11:10:34.837" v="1593" actId="1076"/>
          <ac:spMkLst>
            <pc:docMk/>
            <pc:sldMk cId="2829458165" sldId="263"/>
            <ac:spMk id="4" creationId="{2264197A-37C7-BB80-5C31-E8A313D2B0C4}"/>
          </ac:spMkLst>
        </pc:spChg>
        <pc:picChg chg="add mod">
          <ac:chgData name="CHARAN VR" userId="67deae2228444897" providerId="LiveId" clId="{05CED831-83F7-40E3-BDD2-9AE8164D3DCB}" dt="2026-03-11T11:11:47.322" v="1601" actId="1076"/>
          <ac:picMkLst>
            <pc:docMk/>
            <pc:sldMk cId="2829458165" sldId="263"/>
            <ac:picMk id="6" creationId="{30DB7A18-6D25-D905-EA7A-7CFA5B3A3083}"/>
          </ac:picMkLst>
        </pc:picChg>
      </pc:sldChg>
      <pc:sldChg chg="addSp modSp new mod">
        <pc:chgData name="CHARAN VR" userId="67deae2228444897" providerId="LiveId" clId="{05CED831-83F7-40E3-BDD2-9AE8164D3DCB}" dt="2026-03-11T11:12:36.512" v="1624" actId="1076"/>
        <pc:sldMkLst>
          <pc:docMk/>
          <pc:sldMk cId="14776784" sldId="264"/>
        </pc:sldMkLst>
        <pc:spChg chg="mod">
          <ac:chgData name="CHARAN VR" userId="67deae2228444897" providerId="LiveId" clId="{05CED831-83F7-40E3-BDD2-9AE8164D3DCB}" dt="2026-03-11T11:12:16.268" v="1622" actId="20577"/>
          <ac:spMkLst>
            <pc:docMk/>
            <pc:sldMk cId="14776784" sldId="264"/>
            <ac:spMk id="2" creationId="{5BEB9348-EF8A-BCC2-0907-5888FD214BB1}"/>
          </ac:spMkLst>
        </pc:spChg>
        <pc:picChg chg="add mod">
          <ac:chgData name="CHARAN VR" userId="67deae2228444897" providerId="LiveId" clId="{05CED831-83F7-40E3-BDD2-9AE8164D3DCB}" dt="2026-03-11T11:12:36.512" v="1624" actId="1076"/>
          <ac:picMkLst>
            <pc:docMk/>
            <pc:sldMk cId="14776784" sldId="264"/>
            <ac:picMk id="4" creationId="{45B376AE-9027-5944-989C-4020455CD57D}"/>
          </ac:picMkLst>
        </pc:picChg>
      </pc:sldChg>
      <pc:sldChg chg="new del">
        <pc:chgData name="CHARAN VR" userId="67deae2228444897" providerId="LiveId" clId="{05CED831-83F7-40E3-BDD2-9AE8164D3DCB}" dt="2026-03-11T11:13:20.018" v="1627" actId="2696"/>
        <pc:sldMkLst>
          <pc:docMk/>
          <pc:sldMk cId="4021383422" sldId="265"/>
        </pc:sldMkLst>
      </pc:sldChg>
      <pc:sldChg chg="addSp modSp new mod">
        <pc:chgData name="CHARAN VR" userId="67deae2228444897" providerId="LiveId" clId="{05CED831-83F7-40E3-BDD2-9AE8164D3DCB}" dt="2026-03-11T11:13:56.737" v="1653" actId="1076"/>
        <pc:sldMkLst>
          <pc:docMk/>
          <pc:sldMk cId="2077473533" sldId="266"/>
        </pc:sldMkLst>
        <pc:spChg chg="mod">
          <ac:chgData name="CHARAN VR" userId="67deae2228444897" providerId="LiveId" clId="{05CED831-83F7-40E3-BDD2-9AE8164D3DCB}" dt="2026-03-11T11:13:39.560" v="1651" actId="20577"/>
          <ac:spMkLst>
            <pc:docMk/>
            <pc:sldMk cId="2077473533" sldId="266"/>
            <ac:spMk id="2" creationId="{F76A016B-6256-49D6-46C4-F227FF8CA49B}"/>
          </ac:spMkLst>
        </pc:spChg>
        <pc:picChg chg="add mod">
          <ac:chgData name="CHARAN VR" userId="67deae2228444897" providerId="LiveId" clId="{05CED831-83F7-40E3-BDD2-9AE8164D3DCB}" dt="2026-03-11T11:13:56.737" v="1653" actId="1076"/>
          <ac:picMkLst>
            <pc:docMk/>
            <pc:sldMk cId="2077473533" sldId="266"/>
            <ac:picMk id="4" creationId="{A04A8AAD-367D-C038-9936-EFA2BD4562ED}"/>
          </ac:picMkLst>
        </pc:picChg>
      </pc:sldChg>
      <pc:sldChg chg="addSp delSp modSp new mod">
        <pc:chgData name="CHARAN VR" userId="67deae2228444897" providerId="LiveId" clId="{05CED831-83F7-40E3-BDD2-9AE8164D3DCB}" dt="2026-03-11T11:26:51.792" v="1689" actId="27636"/>
        <pc:sldMkLst>
          <pc:docMk/>
          <pc:sldMk cId="798480037" sldId="267"/>
        </pc:sldMkLst>
        <pc:spChg chg="mod">
          <ac:chgData name="CHARAN VR" userId="67deae2228444897" providerId="LiveId" clId="{05CED831-83F7-40E3-BDD2-9AE8164D3DCB}" dt="2026-03-11T11:16:51.193" v="1668" actId="20577"/>
          <ac:spMkLst>
            <pc:docMk/>
            <pc:sldMk cId="798480037" sldId="267"/>
            <ac:spMk id="2" creationId="{2CEED438-9AF6-6CDA-9255-E88460BA22B7}"/>
          </ac:spMkLst>
        </pc:spChg>
        <pc:spChg chg="add del mod">
          <ac:chgData name="CHARAN VR" userId="67deae2228444897" providerId="LiveId" clId="{05CED831-83F7-40E3-BDD2-9AE8164D3DCB}" dt="2026-03-11T11:26:51.792" v="1689" actId="27636"/>
          <ac:spMkLst>
            <pc:docMk/>
            <pc:sldMk cId="798480037" sldId="267"/>
            <ac:spMk id="3" creationId="{8AF76EF7-840D-EB82-3BC2-2A4F8E6A7100}"/>
          </ac:spMkLst>
        </pc:spChg>
        <pc:spChg chg="add mod">
          <ac:chgData name="CHARAN VR" userId="67deae2228444897" providerId="LiveId" clId="{05CED831-83F7-40E3-BDD2-9AE8164D3DCB}" dt="2026-03-11T11:25:03.499" v="1672"/>
          <ac:spMkLst>
            <pc:docMk/>
            <pc:sldMk cId="798480037" sldId="267"/>
            <ac:spMk id="4" creationId="{E2A48D4D-B552-1149-E840-472BE6D44410}"/>
          </ac:spMkLst>
        </pc:spChg>
      </pc:sldChg>
      <pc:sldChg chg="modSp new mod">
        <pc:chgData name="CHARAN VR" userId="67deae2228444897" providerId="LiveId" clId="{05CED831-83F7-40E3-BDD2-9AE8164D3DCB}" dt="2026-03-11T11:44:15.497" v="1800" actId="20577"/>
        <pc:sldMkLst>
          <pc:docMk/>
          <pc:sldMk cId="846236369" sldId="268"/>
        </pc:sldMkLst>
        <pc:spChg chg="mod">
          <ac:chgData name="CHARAN VR" userId="67deae2228444897" providerId="LiveId" clId="{05CED831-83F7-40E3-BDD2-9AE8164D3DCB}" dt="2026-03-11T11:44:15.497" v="1800" actId="20577"/>
          <ac:spMkLst>
            <pc:docMk/>
            <pc:sldMk cId="846236369" sldId="268"/>
            <ac:spMk id="2" creationId="{FA1F9B33-7266-AD01-AC4B-3D070EA64436}"/>
          </ac:spMkLst>
        </pc:spChg>
        <pc:spChg chg="mod">
          <ac:chgData name="CHARAN VR" userId="67deae2228444897" providerId="LiveId" clId="{05CED831-83F7-40E3-BDD2-9AE8164D3DCB}" dt="2026-03-11T11:35:07.426" v="1742" actId="113"/>
          <ac:spMkLst>
            <pc:docMk/>
            <pc:sldMk cId="846236369" sldId="268"/>
            <ac:spMk id="3" creationId="{2B4CA296-CB44-5380-0A03-76B2945E6D6A}"/>
          </ac:spMkLst>
        </pc:spChg>
      </pc:sldChg>
      <pc:sldChg chg="modSp new mod">
        <pc:chgData name="CHARAN VR" userId="67deae2228444897" providerId="LiveId" clId="{05CED831-83F7-40E3-BDD2-9AE8164D3DCB}" dt="2026-03-11T11:44:31.419" v="1801" actId="20577"/>
        <pc:sldMkLst>
          <pc:docMk/>
          <pc:sldMk cId="1030667581" sldId="269"/>
        </pc:sldMkLst>
        <pc:spChg chg="mod">
          <ac:chgData name="CHARAN VR" userId="67deae2228444897" providerId="LiveId" clId="{05CED831-83F7-40E3-BDD2-9AE8164D3DCB}" dt="2026-03-11T11:44:31.419" v="1801" actId="20577"/>
          <ac:spMkLst>
            <pc:docMk/>
            <pc:sldMk cId="1030667581" sldId="269"/>
            <ac:spMk id="2" creationId="{E5975FD1-3995-5BD0-EE1B-544466CB7D31}"/>
          </ac:spMkLst>
        </pc:spChg>
        <pc:spChg chg="mod">
          <ac:chgData name="CHARAN VR" userId="67deae2228444897" providerId="LiveId" clId="{05CED831-83F7-40E3-BDD2-9AE8164D3DCB}" dt="2026-03-11T11:40:04.999" v="1791" actId="113"/>
          <ac:spMkLst>
            <pc:docMk/>
            <pc:sldMk cId="1030667581" sldId="269"/>
            <ac:spMk id="3" creationId="{0AD64BF0-1E5B-3039-788D-2307F1701DA0}"/>
          </ac:spMkLst>
        </pc:spChg>
      </pc:sldChg>
      <pc:sldChg chg="new del">
        <pc:chgData name="CHARAN VR" userId="67deae2228444897" providerId="LiveId" clId="{05CED831-83F7-40E3-BDD2-9AE8164D3DCB}" dt="2026-03-11T11:41:56.790" v="1797" actId="2696"/>
        <pc:sldMkLst>
          <pc:docMk/>
          <pc:sldMk cId="3816106712" sldId="270"/>
        </pc:sldMkLst>
      </pc:sldChg>
      <pc:sldChg chg="modSp new mod">
        <pc:chgData name="CHARAN VR" userId="67deae2228444897" providerId="LiveId" clId="{05CED831-83F7-40E3-BDD2-9AE8164D3DCB}" dt="2026-03-11T11:42:27.774" v="1799" actId="255"/>
        <pc:sldMkLst>
          <pc:docMk/>
          <pc:sldMk cId="3598721893" sldId="271"/>
        </pc:sldMkLst>
        <pc:spChg chg="mod">
          <ac:chgData name="CHARAN VR" userId="67deae2228444897" providerId="LiveId" clId="{05CED831-83F7-40E3-BDD2-9AE8164D3DCB}" dt="2026-03-11T11:42:27.774" v="1799" actId="255"/>
          <ac:spMkLst>
            <pc:docMk/>
            <pc:sldMk cId="3598721893" sldId="271"/>
            <ac:spMk id="2" creationId="{1495DDBF-266E-E75E-38AF-DC20CD201AF5}"/>
          </ac:spMkLst>
        </pc:spChg>
      </pc:sldChg>
    </pc:docChg>
  </pc:docChgLst>
  <pc:docChgLst>
    <pc:chgData name="CHARAN VR" userId="67deae2228444897" providerId="Windows Live" clId="Web-{6037CCFB-196B-4685-B9CB-381AF26A241C}"/>
    <pc:docChg chg="modSld">
      <pc:chgData name="CHARAN VR" userId="67deae2228444897" providerId="Windows Live" clId="Web-{6037CCFB-196B-4685-B9CB-381AF26A241C}" dt="2026-03-12T17:11:15.315" v="37" actId="20577"/>
      <pc:docMkLst>
        <pc:docMk/>
      </pc:docMkLst>
      <pc:sldChg chg="modSp">
        <pc:chgData name="CHARAN VR" userId="67deae2228444897" providerId="Windows Live" clId="Web-{6037CCFB-196B-4685-B9CB-381AF26A241C}" dt="2026-03-12T17:11:15.315" v="37" actId="20577"/>
        <pc:sldMkLst>
          <pc:docMk/>
          <pc:sldMk cId="502923911" sldId="261"/>
        </pc:sldMkLst>
        <pc:spChg chg="mod">
          <ac:chgData name="CHARAN VR" userId="67deae2228444897" providerId="Windows Live" clId="Web-{6037CCFB-196B-4685-B9CB-381AF26A241C}" dt="2026-03-12T17:11:15.315" v="37" actId="20577"/>
          <ac:spMkLst>
            <pc:docMk/>
            <pc:sldMk cId="502923911" sldId="261"/>
            <ac:spMk id="3" creationId="{33375AE0-9659-04F2-CAEA-0C14CD2CDD8E}"/>
          </ac:spMkLst>
        </pc:spChg>
      </pc:sldChg>
    </pc:docChg>
  </pc:docChgLst>
  <pc:docChgLst>
    <pc:chgData name="CHARAN VR" userId="67deae2228444897" providerId="Windows Live" clId="Web-{32C1B585-7359-417B-AC5D-5654FDC1D6A8}"/>
    <pc:docChg chg="addSld delSld modSld modSection">
      <pc:chgData name="CHARAN VR" userId="67deae2228444897" providerId="Windows Live" clId="Web-{32C1B585-7359-417B-AC5D-5654FDC1D6A8}" dt="2026-03-12T17:03:14.423" v="667"/>
      <pc:docMkLst>
        <pc:docMk/>
      </pc:docMkLst>
      <pc:sldChg chg="addSp delSp modSp mod setBg">
        <pc:chgData name="CHARAN VR" userId="67deae2228444897" providerId="Windows Live" clId="Web-{32C1B585-7359-417B-AC5D-5654FDC1D6A8}" dt="2026-03-12T16:54:54.824" v="641"/>
        <pc:sldMkLst>
          <pc:docMk/>
          <pc:sldMk cId="4151533827" sldId="258"/>
        </pc:sldMkLst>
        <pc:spChg chg="mod">
          <ac:chgData name="CHARAN VR" userId="67deae2228444897" providerId="Windows Live" clId="Web-{32C1B585-7359-417B-AC5D-5654FDC1D6A8}" dt="2026-03-12T16:54:54.824" v="641"/>
          <ac:spMkLst>
            <pc:docMk/>
            <pc:sldMk cId="4151533827" sldId="258"/>
            <ac:spMk id="14" creationId="{E89F16F0-8085-4331-80C4-0014DB076907}"/>
          </ac:spMkLst>
        </pc:spChg>
        <pc:spChg chg="mod">
          <ac:chgData name="CHARAN VR" userId="67deae2228444897" providerId="Windows Live" clId="Web-{32C1B585-7359-417B-AC5D-5654FDC1D6A8}" dt="2026-03-12T16:54:54.824" v="641"/>
          <ac:spMkLst>
            <pc:docMk/>
            <pc:sldMk cId="4151533827" sldId="258"/>
            <ac:spMk id="15" creationId="{68CE5AC3-2162-46EB-6110-3C34639F351D}"/>
          </ac:spMkLst>
        </pc:spChg>
        <pc:spChg chg="add del">
          <ac:chgData name="CHARAN VR" userId="67deae2228444897" providerId="Windows Live" clId="Web-{32C1B585-7359-417B-AC5D-5654FDC1D6A8}" dt="2026-03-12T16:54:54.824" v="641"/>
          <ac:spMkLst>
            <pc:docMk/>
            <pc:sldMk cId="4151533827" sldId="258"/>
            <ac:spMk id="21" creationId="{3ECBE1F1-D69B-4AFA-ABD5-8E41720EF6DE}"/>
          </ac:spMkLst>
        </pc:spChg>
        <pc:spChg chg="add del">
          <ac:chgData name="CHARAN VR" userId="67deae2228444897" providerId="Windows Live" clId="Web-{32C1B585-7359-417B-AC5D-5654FDC1D6A8}" dt="2026-03-12T16:54:54.824" v="641"/>
          <ac:spMkLst>
            <pc:docMk/>
            <pc:sldMk cId="4151533827" sldId="258"/>
            <ac:spMk id="23" creationId="{603A6265-E10C-4B85-9C20-E75FCAF9CC63}"/>
          </ac:spMkLst>
        </pc:spChg>
        <pc:spChg chg="add">
          <ac:chgData name="CHARAN VR" userId="67deae2228444897" providerId="Windows Live" clId="Web-{32C1B585-7359-417B-AC5D-5654FDC1D6A8}" dt="2026-03-12T16:54:54.824" v="641"/>
          <ac:spMkLst>
            <pc:docMk/>
            <pc:sldMk cId="4151533827" sldId="258"/>
            <ac:spMk id="28" creationId="{C0763A76-9F1C-4FC5-82B7-DD475DA461B2}"/>
          </ac:spMkLst>
        </pc:spChg>
        <pc:spChg chg="add">
          <ac:chgData name="CHARAN VR" userId="67deae2228444897" providerId="Windows Live" clId="Web-{32C1B585-7359-417B-AC5D-5654FDC1D6A8}" dt="2026-03-12T16:54:54.824" v="641"/>
          <ac:spMkLst>
            <pc:docMk/>
            <pc:sldMk cId="4151533827" sldId="258"/>
            <ac:spMk id="30" creationId="{E81BF4F6-F2CF-4984-9D14-D6966D92F99F}"/>
          </ac:spMkLst>
        </pc:spChg>
        <pc:picChg chg="add mod ord">
          <ac:chgData name="CHARAN VR" userId="67deae2228444897" providerId="Windows Live" clId="Web-{32C1B585-7359-417B-AC5D-5654FDC1D6A8}" dt="2026-03-12T16:54:54.824" v="641"/>
          <ac:picMkLst>
            <pc:docMk/>
            <pc:sldMk cId="4151533827" sldId="258"/>
            <ac:picMk id="17" creationId="{822B1B34-4C0F-CCBF-39C6-B8796D28C722}"/>
          </ac:picMkLst>
        </pc:picChg>
      </pc:sldChg>
      <pc:sldChg chg="addSp delSp modSp mod setBg">
        <pc:chgData name="CHARAN VR" userId="67deae2228444897" providerId="Windows Live" clId="Web-{32C1B585-7359-417B-AC5D-5654FDC1D6A8}" dt="2026-03-12T16:32:17.828" v="581"/>
        <pc:sldMkLst>
          <pc:docMk/>
          <pc:sldMk cId="2797468595" sldId="259"/>
        </pc:sldMkLst>
        <pc:spChg chg="mod">
          <ac:chgData name="CHARAN VR" userId="67deae2228444897" providerId="Windows Live" clId="Web-{32C1B585-7359-417B-AC5D-5654FDC1D6A8}" dt="2026-03-12T16:31:48.671" v="576"/>
          <ac:spMkLst>
            <pc:docMk/>
            <pc:sldMk cId="2797468595" sldId="259"/>
            <ac:spMk id="4" creationId="{F9C9B003-99B7-F199-8D84-32410A39C354}"/>
          </ac:spMkLst>
        </pc:spChg>
        <pc:spChg chg="add del">
          <ac:chgData name="CHARAN VR" userId="67deae2228444897" providerId="Windows Live" clId="Web-{32C1B585-7359-417B-AC5D-5654FDC1D6A8}" dt="2026-03-12T16:23:46.190" v="548"/>
          <ac:spMkLst>
            <pc:docMk/>
            <pc:sldMk cId="2797468595" sldId="259"/>
            <ac:spMk id="7" creationId="{37E22077-7B76-82ED-EC71-7F4AD62ABBE7}"/>
          </ac:spMkLst>
        </pc:spChg>
        <pc:spChg chg="add del">
          <ac:chgData name="CHARAN VR" userId="67deae2228444897" providerId="Windows Live" clId="Web-{32C1B585-7359-417B-AC5D-5654FDC1D6A8}" dt="2026-03-12T16:23:46.175" v="547"/>
          <ac:spMkLst>
            <pc:docMk/>
            <pc:sldMk cId="2797468595" sldId="259"/>
            <ac:spMk id="13" creationId="{BACC6370-2D7E-4714-9D71-7542949D7D5D}"/>
          </ac:spMkLst>
        </pc:spChg>
        <pc:spChg chg="add del">
          <ac:chgData name="CHARAN VR" userId="67deae2228444897" providerId="Windows Live" clId="Web-{32C1B585-7359-417B-AC5D-5654FDC1D6A8}" dt="2026-03-12T16:23:46.175" v="547"/>
          <ac:spMkLst>
            <pc:docMk/>
            <pc:sldMk cId="2797468595" sldId="259"/>
            <ac:spMk id="15" creationId="{F68B3F68-107C-434F-AA38-110D5EA91B85}"/>
          </ac:spMkLst>
        </pc:spChg>
        <pc:spChg chg="add del">
          <ac:chgData name="CHARAN VR" userId="67deae2228444897" providerId="Windows Live" clId="Web-{32C1B585-7359-417B-AC5D-5654FDC1D6A8}" dt="2026-03-12T16:23:46.175" v="547"/>
          <ac:spMkLst>
            <pc:docMk/>
            <pc:sldMk cId="2797468595" sldId="259"/>
            <ac:spMk id="17" creationId="{AAD0DBB9-1A4B-4391-81D4-CB19F9AB918A}"/>
          </ac:spMkLst>
        </pc:spChg>
        <pc:spChg chg="add del">
          <ac:chgData name="CHARAN VR" userId="67deae2228444897" providerId="Windows Live" clId="Web-{32C1B585-7359-417B-AC5D-5654FDC1D6A8}" dt="2026-03-12T16:23:46.175" v="547"/>
          <ac:spMkLst>
            <pc:docMk/>
            <pc:sldMk cId="2797468595" sldId="259"/>
            <ac:spMk id="19" creationId="{063BBA22-50EA-4C4D-BE05-F1CE4E63AA56}"/>
          </ac:spMkLst>
        </pc:spChg>
        <pc:spChg chg="add del">
          <ac:chgData name="CHARAN VR" userId="67deae2228444897" providerId="Windows Live" clId="Web-{32C1B585-7359-417B-AC5D-5654FDC1D6A8}" dt="2026-03-12T16:31:48.671" v="576"/>
          <ac:spMkLst>
            <pc:docMk/>
            <pc:sldMk cId="2797468595" sldId="259"/>
            <ac:spMk id="26" creationId="{2659FDB4-FCBE-4A89-B46D-43D4FA54464D}"/>
          </ac:spMkLst>
        </pc:spChg>
        <pc:spChg chg="add del">
          <ac:chgData name="CHARAN VR" userId="67deae2228444897" providerId="Windows Live" clId="Web-{32C1B585-7359-417B-AC5D-5654FDC1D6A8}" dt="2026-03-12T16:30:18.935" v="572"/>
          <ac:spMkLst>
            <pc:docMk/>
            <pc:sldMk cId="2797468595" sldId="259"/>
            <ac:spMk id="27" creationId="{D1D34770-47A8-402C-AF23-2B653F2D88C1}"/>
          </ac:spMkLst>
        </pc:spChg>
        <pc:spChg chg="add del">
          <ac:chgData name="CHARAN VR" userId="67deae2228444897" providerId="Windows Live" clId="Web-{32C1B585-7359-417B-AC5D-5654FDC1D6A8}" dt="2026-03-12T16:31:48.671" v="576"/>
          <ac:spMkLst>
            <pc:docMk/>
            <pc:sldMk cId="2797468595" sldId="259"/>
            <ac:spMk id="30" creationId="{58BDB0EE-D238-415B-9ED8-62AA6AB2AAD1}"/>
          </ac:spMkLst>
        </pc:spChg>
        <pc:spChg chg="add del">
          <ac:chgData name="CHARAN VR" userId="67deae2228444897" providerId="Windows Live" clId="Web-{32C1B585-7359-417B-AC5D-5654FDC1D6A8}" dt="2026-03-12T16:31:48.671" v="576"/>
          <ac:spMkLst>
            <pc:docMk/>
            <pc:sldMk cId="2797468595" sldId="259"/>
            <ac:spMk id="32" creationId="{C5B55FC3-961D-4325-82F1-DE92B0D04E03}"/>
          </ac:spMkLst>
        </pc:spChg>
        <pc:spChg chg="add del">
          <ac:chgData name="CHARAN VR" userId="67deae2228444897" providerId="Windows Live" clId="Web-{32C1B585-7359-417B-AC5D-5654FDC1D6A8}" dt="2026-03-12T16:31:48.671" v="576"/>
          <ac:spMkLst>
            <pc:docMk/>
            <pc:sldMk cId="2797468595" sldId="259"/>
            <ac:spMk id="34" creationId="{4C8AB332-D09E-4F28-943C-DABDD4716A3C}"/>
          </ac:spMkLst>
        </pc:spChg>
        <pc:spChg chg="add del">
          <ac:chgData name="CHARAN VR" userId="67deae2228444897" providerId="Windows Live" clId="Web-{32C1B585-7359-417B-AC5D-5654FDC1D6A8}" dt="2026-03-12T16:31:46.077" v="575"/>
          <ac:spMkLst>
            <pc:docMk/>
            <pc:sldMk cId="2797468595" sldId="259"/>
            <ac:spMk id="40" creationId="{C05CBC3C-2E5A-4839-8B9B-2E5A6ADF0F58}"/>
          </ac:spMkLst>
        </pc:spChg>
        <pc:spChg chg="add del">
          <ac:chgData name="CHARAN VR" userId="67deae2228444897" providerId="Windows Live" clId="Web-{32C1B585-7359-417B-AC5D-5654FDC1D6A8}" dt="2026-03-12T16:31:46.077" v="575"/>
          <ac:spMkLst>
            <pc:docMk/>
            <pc:sldMk cId="2797468595" sldId="259"/>
            <ac:spMk id="42" creationId="{DB5B423A-57CC-4C58-AA26-8E2E862B03A0}"/>
          </ac:spMkLst>
        </pc:spChg>
        <pc:graphicFrameChg chg="add del">
          <ac:chgData name="CHARAN VR" userId="67deae2228444897" providerId="Windows Live" clId="Web-{32C1B585-7359-417B-AC5D-5654FDC1D6A8}" dt="2026-03-12T16:23:25.986" v="545"/>
          <ac:graphicFrameMkLst>
            <pc:docMk/>
            <pc:sldMk cId="2797468595" sldId="259"/>
            <ac:graphicFrameMk id="9" creationId="{49732C36-B5C2-1EF2-5D4A-6DECA8E81A74}"/>
          </ac:graphicFrameMkLst>
        </pc:graphicFrameChg>
        <pc:graphicFrameChg chg="add del">
          <ac:chgData name="CHARAN VR" userId="67deae2228444897" providerId="Windows Live" clId="Web-{32C1B585-7359-417B-AC5D-5654FDC1D6A8}" dt="2026-03-12T16:23:46.175" v="547"/>
          <ac:graphicFrameMkLst>
            <pc:docMk/>
            <pc:sldMk cId="2797468595" sldId="259"/>
            <ac:graphicFrameMk id="11" creationId="{2A919C4D-3159-F03F-F234-6593198BF7AE}"/>
          </ac:graphicFrameMkLst>
        </pc:graphicFrameChg>
        <pc:graphicFrameChg chg="add del mod modGraphic">
          <ac:chgData name="CHARAN VR" userId="67deae2228444897" providerId="Windows Live" clId="Web-{32C1B585-7359-417B-AC5D-5654FDC1D6A8}" dt="2026-03-12T16:32:17.828" v="581"/>
          <ac:graphicFrameMkLst>
            <pc:docMk/>
            <pc:sldMk cId="2797468595" sldId="259"/>
            <ac:graphicFrameMk id="21" creationId="{49732C36-B5C2-1EF2-5D4A-6DECA8E81A74}"/>
          </ac:graphicFrameMkLst>
        </pc:graphicFrameChg>
        <pc:graphicFrameChg chg="add del">
          <ac:chgData name="CHARAN VR" userId="67deae2228444897" providerId="Windows Live" clId="Web-{32C1B585-7359-417B-AC5D-5654FDC1D6A8}" dt="2026-03-12T16:31:46.077" v="575"/>
          <ac:graphicFrameMkLst>
            <pc:docMk/>
            <pc:sldMk cId="2797468595" sldId="259"/>
            <ac:graphicFrameMk id="36" creationId="{50810AA8-6EDF-1985-378B-1975579F1E70}"/>
          </ac:graphicFrameMkLst>
        </pc:graphicFrameChg>
        <pc:picChg chg="add del">
          <ac:chgData name="CHARAN VR" userId="67deae2228444897" providerId="Windows Live" clId="Web-{32C1B585-7359-417B-AC5D-5654FDC1D6A8}" dt="2026-03-12T16:30:18.935" v="572"/>
          <ac:picMkLst>
            <pc:docMk/>
            <pc:sldMk cId="2797468595" sldId="259"/>
            <ac:picMk id="23" creationId="{E5AB5690-B9E6-CF0E-4633-40317B507E49}"/>
          </ac:picMkLst>
        </pc:picChg>
        <pc:cxnChg chg="add del">
          <ac:chgData name="CHARAN VR" userId="67deae2228444897" providerId="Windows Live" clId="Web-{32C1B585-7359-417B-AC5D-5654FDC1D6A8}" dt="2026-03-12T16:31:48.671" v="576"/>
          <ac:cxnSpMkLst>
            <pc:docMk/>
            <pc:sldMk cId="2797468595" sldId="259"/>
            <ac:cxnSpMk id="28" creationId="{C8F51B3F-8331-4E4A-AE96-D47B1006EEAD}"/>
          </ac:cxnSpMkLst>
        </pc:cxnChg>
      </pc:sldChg>
      <pc:sldChg chg="addSp delSp modSp mod setBg">
        <pc:chgData name="CHARAN VR" userId="67deae2228444897" providerId="Windows Live" clId="Web-{32C1B585-7359-417B-AC5D-5654FDC1D6A8}" dt="2026-03-12T16:20:56.446" v="533"/>
        <pc:sldMkLst>
          <pc:docMk/>
          <pc:sldMk cId="348225859" sldId="260"/>
        </pc:sldMkLst>
        <pc:spChg chg="mod">
          <ac:chgData name="CHARAN VR" userId="67deae2228444897" providerId="Windows Live" clId="Web-{32C1B585-7359-417B-AC5D-5654FDC1D6A8}" dt="2026-03-12T16:20:56.446" v="533"/>
          <ac:spMkLst>
            <pc:docMk/>
            <pc:sldMk cId="348225859" sldId="260"/>
            <ac:spMk id="2" creationId="{E8863FE0-E54F-5188-3371-4F99D117B13C}"/>
          </ac:spMkLst>
        </pc:spChg>
        <pc:spChg chg="mod">
          <ac:chgData name="CHARAN VR" userId="67deae2228444897" providerId="Windows Live" clId="Web-{32C1B585-7359-417B-AC5D-5654FDC1D6A8}" dt="2026-03-12T16:20:56.446" v="533"/>
          <ac:spMkLst>
            <pc:docMk/>
            <pc:sldMk cId="348225859" sldId="260"/>
            <ac:spMk id="3" creationId="{BEE6AA58-5233-C739-EF28-1D3109D72365}"/>
          </ac:spMkLst>
        </pc:spChg>
        <pc:spChg chg="add del">
          <ac:chgData name="CHARAN VR" userId="67deae2228444897" providerId="Windows Live" clId="Web-{32C1B585-7359-417B-AC5D-5654FDC1D6A8}" dt="2026-03-12T16:20:00.222" v="528"/>
          <ac:spMkLst>
            <pc:docMk/>
            <pc:sldMk cId="348225859" sldId="260"/>
            <ac:spMk id="16" creationId="{9089EED9-F54D-4F20-A2C6-949DE4176959}"/>
          </ac:spMkLst>
        </pc:spChg>
        <pc:spChg chg="add del">
          <ac:chgData name="CHARAN VR" userId="67deae2228444897" providerId="Windows Live" clId="Web-{32C1B585-7359-417B-AC5D-5654FDC1D6A8}" dt="2026-03-12T16:20:00.222" v="528"/>
          <ac:spMkLst>
            <pc:docMk/>
            <pc:sldMk cId="348225859" sldId="260"/>
            <ac:spMk id="18" creationId="{7E46F721-3785-414D-8697-16AF490E6806}"/>
          </ac:spMkLst>
        </pc:spChg>
        <pc:spChg chg="add del">
          <ac:chgData name="CHARAN VR" userId="67deae2228444897" providerId="Windows Live" clId="Web-{32C1B585-7359-417B-AC5D-5654FDC1D6A8}" dt="2026-03-12T16:20:44.711" v="530"/>
          <ac:spMkLst>
            <pc:docMk/>
            <pc:sldMk cId="348225859" sldId="260"/>
            <ac:spMk id="20" creationId="{ECC07320-C2CA-4E29-8481-9D9E143C7788}"/>
          </ac:spMkLst>
        </pc:spChg>
        <pc:spChg chg="add del">
          <ac:chgData name="CHARAN VR" userId="67deae2228444897" providerId="Windows Live" clId="Web-{32C1B585-7359-417B-AC5D-5654FDC1D6A8}" dt="2026-03-12T16:20:44.711" v="530"/>
          <ac:spMkLst>
            <pc:docMk/>
            <pc:sldMk cId="348225859" sldId="260"/>
            <ac:spMk id="21" creationId="{178FB36B-5BFE-42CA-BC60-1115E0D95EEC}"/>
          </ac:spMkLst>
        </pc:spChg>
        <pc:spChg chg="add del">
          <ac:chgData name="CHARAN VR" userId="67deae2228444897" providerId="Windows Live" clId="Web-{32C1B585-7359-417B-AC5D-5654FDC1D6A8}" dt="2026-03-12T16:20:56.446" v="532"/>
          <ac:spMkLst>
            <pc:docMk/>
            <pc:sldMk cId="348225859" sldId="260"/>
            <ac:spMk id="23" creationId="{ECC07320-C2CA-4E29-8481-9D9E143C7788}"/>
          </ac:spMkLst>
        </pc:spChg>
        <pc:spChg chg="add">
          <ac:chgData name="CHARAN VR" userId="67deae2228444897" providerId="Windows Live" clId="Web-{32C1B585-7359-417B-AC5D-5654FDC1D6A8}" dt="2026-03-12T16:20:56.446" v="533"/>
          <ac:spMkLst>
            <pc:docMk/>
            <pc:sldMk cId="348225859" sldId="260"/>
            <ac:spMk id="25" creationId="{ECC07320-C2CA-4E29-8481-9D9E143C7788}"/>
          </ac:spMkLst>
        </pc:spChg>
        <pc:spChg chg="add">
          <ac:chgData name="CHARAN VR" userId="67deae2228444897" providerId="Windows Live" clId="Web-{32C1B585-7359-417B-AC5D-5654FDC1D6A8}" dt="2026-03-12T16:20:56.446" v="533"/>
          <ac:spMkLst>
            <pc:docMk/>
            <pc:sldMk cId="348225859" sldId="260"/>
            <ac:spMk id="26" creationId="{178FB36B-5BFE-42CA-BC60-1115E0D95EEC}"/>
          </ac:spMkLst>
        </pc:spChg>
        <pc:picChg chg="mod ord">
          <ac:chgData name="CHARAN VR" userId="67deae2228444897" providerId="Windows Live" clId="Web-{32C1B585-7359-417B-AC5D-5654FDC1D6A8}" dt="2026-03-12T16:20:56.446" v="533"/>
          <ac:picMkLst>
            <pc:docMk/>
            <pc:sldMk cId="348225859" sldId="260"/>
            <ac:picMk id="11" creationId="{131D0150-41D8-0B48-7144-2ED2E42F2336}"/>
          </ac:picMkLst>
        </pc:picChg>
      </pc:sldChg>
      <pc:sldChg chg="addSp delSp modSp add del mod setBg">
        <pc:chgData name="CHARAN VR" userId="67deae2228444897" providerId="Windows Live" clId="Web-{32C1B585-7359-417B-AC5D-5654FDC1D6A8}" dt="2026-03-12T16:27:27.932" v="557"/>
        <pc:sldMkLst>
          <pc:docMk/>
          <pc:sldMk cId="502923911" sldId="261"/>
        </pc:sldMkLst>
        <pc:spChg chg="mod">
          <ac:chgData name="CHARAN VR" userId="67deae2228444897" providerId="Windows Live" clId="Web-{32C1B585-7359-417B-AC5D-5654FDC1D6A8}" dt="2026-03-12T16:27:27.932" v="557"/>
          <ac:spMkLst>
            <pc:docMk/>
            <pc:sldMk cId="502923911" sldId="261"/>
            <ac:spMk id="2" creationId="{D3AD94CE-ACEB-7E1A-6C4F-397E4EA2771D}"/>
          </ac:spMkLst>
        </pc:spChg>
        <pc:spChg chg="mod">
          <ac:chgData name="CHARAN VR" userId="67deae2228444897" providerId="Windows Live" clId="Web-{32C1B585-7359-417B-AC5D-5654FDC1D6A8}" dt="2026-03-12T16:27:27.932" v="557"/>
          <ac:spMkLst>
            <pc:docMk/>
            <pc:sldMk cId="502923911" sldId="261"/>
            <ac:spMk id="3" creationId="{33375AE0-9659-04F2-CAEA-0C14CD2CDD8E}"/>
          </ac:spMkLst>
        </pc:spChg>
        <pc:spChg chg="add del">
          <ac:chgData name="CHARAN VR" userId="67deae2228444897" providerId="Windows Live" clId="Web-{32C1B585-7359-417B-AC5D-5654FDC1D6A8}" dt="2026-03-12T16:27:04.447" v="552"/>
          <ac:spMkLst>
            <pc:docMk/>
            <pc:sldMk cId="502923911" sldId="261"/>
            <ac:spMk id="5" creationId="{907EF6B7-1338-4443-8C46-6A318D952DFD}"/>
          </ac:spMkLst>
        </pc:spChg>
        <pc:spChg chg="add del">
          <ac:chgData name="CHARAN VR" userId="67deae2228444897" providerId="Windows Live" clId="Web-{32C1B585-7359-417B-AC5D-5654FDC1D6A8}" dt="2026-03-12T16:27:04.447" v="552"/>
          <ac:spMkLst>
            <pc:docMk/>
            <pc:sldMk cId="502923911" sldId="261"/>
            <ac:spMk id="6" creationId="{DAAE4CDD-124C-4DCF-9584-B6033B545DD5}"/>
          </ac:spMkLst>
        </pc:spChg>
        <pc:spChg chg="add del">
          <ac:chgData name="CHARAN VR" userId="67deae2228444897" providerId="Windows Live" clId="Web-{32C1B585-7359-417B-AC5D-5654FDC1D6A8}" dt="2026-03-12T16:27:04.447" v="552"/>
          <ac:spMkLst>
            <pc:docMk/>
            <pc:sldMk cId="502923911" sldId="261"/>
            <ac:spMk id="7" creationId="{081E4A58-353D-44AE-B2FC-2A74E2E400F7}"/>
          </ac:spMkLst>
        </pc:spChg>
        <pc:spChg chg="add del">
          <ac:chgData name="CHARAN VR" userId="67deae2228444897" providerId="Windows Live" clId="Web-{32C1B585-7359-417B-AC5D-5654FDC1D6A8}" dt="2026-03-12T16:25:22.272" v="550"/>
          <ac:spMkLst>
            <pc:docMk/>
            <pc:sldMk cId="502923911" sldId="261"/>
            <ac:spMk id="8" creationId="{A2679492-7988-4050-9056-542444452411}"/>
          </ac:spMkLst>
        </pc:spChg>
        <pc:spChg chg="add del">
          <ac:chgData name="CHARAN VR" userId="67deae2228444897" providerId="Windows Live" clId="Web-{32C1B585-7359-417B-AC5D-5654FDC1D6A8}" dt="2026-03-12T16:27:18.604" v="554"/>
          <ac:spMkLst>
            <pc:docMk/>
            <pc:sldMk cId="502923911" sldId="261"/>
            <ac:spMk id="9" creationId="{A2679492-7988-4050-9056-542444452411}"/>
          </ac:spMkLst>
        </pc:spChg>
        <pc:spChg chg="add del">
          <ac:chgData name="CHARAN VR" userId="67deae2228444897" providerId="Windows Live" clId="Web-{32C1B585-7359-417B-AC5D-5654FDC1D6A8}" dt="2026-03-12T16:25:22.272" v="550"/>
          <ac:spMkLst>
            <pc:docMk/>
            <pc:sldMk cId="502923911" sldId="261"/>
            <ac:spMk id="10" creationId="{B091B163-7D61-4891-ABCF-5C13D9C418D0}"/>
          </ac:spMkLst>
        </pc:spChg>
        <pc:spChg chg="add del">
          <ac:chgData name="CHARAN VR" userId="67deae2228444897" providerId="Windows Live" clId="Web-{32C1B585-7359-417B-AC5D-5654FDC1D6A8}" dt="2026-03-12T16:27:18.604" v="554"/>
          <ac:spMkLst>
            <pc:docMk/>
            <pc:sldMk cId="502923911" sldId="261"/>
            <ac:spMk id="11" creationId="{B091B163-7D61-4891-ABCF-5C13D9C418D0}"/>
          </ac:spMkLst>
        </pc:spChg>
        <pc:spChg chg="add del">
          <ac:chgData name="CHARAN VR" userId="67deae2228444897" providerId="Windows Live" clId="Web-{32C1B585-7359-417B-AC5D-5654FDC1D6A8}" dt="2026-03-12T16:27:27.932" v="556"/>
          <ac:spMkLst>
            <pc:docMk/>
            <pc:sldMk cId="502923911" sldId="261"/>
            <ac:spMk id="20" creationId="{389575E1-3389-451A-A5F7-27854C25C599}"/>
          </ac:spMkLst>
        </pc:spChg>
        <pc:spChg chg="add del">
          <ac:chgData name="CHARAN VR" userId="67deae2228444897" providerId="Windows Live" clId="Web-{32C1B585-7359-417B-AC5D-5654FDC1D6A8}" dt="2026-03-12T16:27:27.932" v="556"/>
          <ac:spMkLst>
            <pc:docMk/>
            <pc:sldMk cId="502923911" sldId="261"/>
            <ac:spMk id="21" creationId="{A53CCC5C-D88E-40FB-B30B-23DCDBD01D37}"/>
          </ac:spMkLst>
        </pc:spChg>
        <pc:spChg chg="add del">
          <ac:chgData name="CHARAN VR" userId="67deae2228444897" providerId="Windows Live" clId="Web-{32C1B585-7359-417B-AC5D-5654FDC1D6A8}" dt="2026-03-12T16:27:27.932" v="556"/>
          <ac:spMkLst>
            <pc:docMk/>
            <pc:sldMk cId="502923911" sldId="261"/>
            <ac:spMk id="22" creationId="{081E4A58-353D-44AE-B2FC-2A74E2E400F7}"/>
          </ac:spMkLst>
        </pc:spChg>
        <pc:spChg chg="add">
          <ac:chgData name="CHARAN VR" userId="67deae2228444897" providerId="Windows Live" clId="Web-{32C1B585-7359-417B-AC5D-5654FDC1D6A8}" dt="2026-03-12T16:27:27.932" v="557"/>
          <ac:spMkLst>
            <pc:docMk/>
            <pc:sldMk cId="502923911" sldId="261"/>
            <ac:spMk id="24" creationId="{A2679492-7988-4050-9056-542444452411}"/>
          </ac:spMkLst>
        </pc:spChg>
        <pc:spChg chg="add">
          <ac:chgData name="CHARAN VR" userId="67deae2228444897" providerId="Windows Live" clId="Web-{32C1B585-7359-417B-AC5D-5654FDC1D6A8}" dt="2026-03-12T16:27:27.932" v="557"/>
          <ac:spMkLst>
            <pc:docMk/>
            <pc:sldMk cId="502923911" sldId="261"/>
            <ac:spMk id="25" creationId="{B091B163-7D61-4891-ABCF-5C13D9C418D0}"/>
          </ac:spMkLst>
        </pc:spChg>
        <pc:grpChg chg="add del">
          <ac:chgData name="CHARAN VR" userId="67deae2228444897" providerId="Windows Live" clId="Web-{32C1B585-7359-417B-AC5D-5654FDC1D6A8}" dt="2026-03-12T16:25:22.272" v="550"/>
          <ac:grpSpMkLst>
            <pc:docMk/>
            <pc:sldMk cId="502923911" sldId="261"/>
            <ac:grpSpMk id="12" creationId="{0474DF76-993E-44DE-AFB0-C416182ACECF}"/>
          </ac:grpSpMkLst>
        </pc:grpChg>
        <pc:grpChg chg="add del">
          <ac:chgData name="CHARAN VR" userId="67deae2228444897" providerId="Windows Live" clId="Web-{32C1B585-7359-417B-AC5D-5654FDC1D6A8}" dt="2026-03-12T16:27:18.604" v="554"/>
          <ac:grpSpMkLst>
            <pc:docMk/>
            <pc:sldMk cId="502923911" sldId="261"/>
            <ac:grpSpMk id="16" creationId="{0474DF76-993E-44DE-AFB0-C416182ACECF}"/>
          </ac:grpSpMkLst>
        </pc:grpChg>
        <pc:grpChg chg="add">
          <ac:chgData name="CHARAN VR" userId="67deae2228444897" providerId="Windows Live" clId="Web-{32C1B585-7359-417B-AC5D-5654FDC1D6A8}" dt="2026-03-12T16:27:27.932" v="557"/>
          <ac:grpSpMkLst>
            <pc:docMk/>
            <pc:sldMk cId="502923911" sldId="261"/>
            <ac:grpSpMk id="26" creationId="{0474DF76-993E-44DE-AFB0-C416182ACECF}"/>
          </ac:grpSpMkLst>
        </pc:grpChg>
        <pc:cxnChg chg="add del">
          <ac:chgData name="CHARAN VR" userId="67deae2228444897" providerId="Windows Live" clId="Web-{32C1B585-7359-417B-AC5D-5654FDC1D6A8}" dt="2026-03-12T16:25:22.272" v="550"/>
          <ac:cxnSpMkLst>
            <pc:docMk/>
            <pc:sldMk cId="502923911" sldId="261"/>
            <ac:cxnSpMk id="17" creationId="{C49DA8F6-BCC1-4447-B54C-57856834B94B}"/>
          </ac:cxnSpMkLst>
        </pc:cxnChg>
        <pc:cxnChg chg="add del">
          <ac:chgData name="CHARAN VR" userId="67deae2228444897" providerId="Windows Live" clId="Web-{32C1B585-7359-417B-AC5D-5654FDC1D6A8}" dt="2026-03-12T16:27:18.604" v="554"/>
          <ac:cxnSpMkLst>
            <pc:docMk/>
            <pc:sldMk cId="502923911" sldId="261"/>
            <ac:cxnSpMk id="18" creationId="{C49DA8F6-BCC1-4447-B54C-57856834B94B}"/>
          </ac:cxnSpMkLst>
        </pc:cxnChg>
        <pc:cxnChg chg="add">
          <ac:chgData name="CHARAN VR" userId="67deae2228444897" providerId="Windows Live" clId="Web-{32C1B585-7359-417B-AC5D-5654FDC1D6A8}" dt="2026-03-12T16:27:27.932" v="557"/>
          <ac:cxnSpMkLst>
            <pc:docMk/>
            <pc:sldMk cId="502923911" sldId="261"/>
            <ac:cxnSpMk id="27" creationId="{C49DA8F6-BCC1-4447-B54C-57856834B94B}"/>
          </ac:cxnSpMkLst>
        </pc:cxnChg>
      </pc:sldChg>
      <pc:sldChg chg="addSp delSp modSp mod setBg">
        <pc:chgData name="CHARAN VR" userId="67deae2228444897" providerId="Windows Live" clId="Web-{32C1B585-7359-417B-AC5D-5654FDC1D6A8}" dt="2026-03-12T16:34:20.798" v="592"/>
        <pc:sldMkLst>
          <pc:docMk/>
          <pc:sldMk cId="2897000437" sldId="262"/>
        </pc:sldMkLst>
        <pc:spChg chg="mod ord">
          <ac:chgData name="CHARAN VR" userId="67deae2228444897" providerId="Windows Live" clId="Web-{32C1B585-7359-417B-AC5D-5654FDC1D6A8}" dt="2026-03-12T16:34:20.798" v="592"/>
          <ac:spMkLst>
            <pc:docMk/>
            <pc:sldMk cId="2897000437" sldId="262"/>
            <ac:spMk id="2" creationId="{98D72296-30E6-BB20-91DB-897602EDA428}"/>
          </ac:spMkLst>
        </pc:spChg>
        <pc:spChg chg="add del">
          <ac:chgData name="CHARAN VR" userId="67deae2228444897" providerId="Windows Live" clId="Web-{32C1B585-7359-417B-AC5D-5654FDC1D6A8}" dt="2026-03-12T16:29:29.841" v="570"/>
          <ac:spMkLst>
            <pc:docMk/>
            <pc:sldMk cId="2897000437" sldId="262"/>
            <ac:spMk id="3" creationId="{A5678800-6B02-02D3-3DB5-D0C791A3AFB7}"/>
          </ac:spMkLst>
        </pc:spChg>
        <pc:spChg chg="add del">
          <ac:chgData name="CHARAN VR" userId="67deae2228444897" providerId="Windows Live" clId="Web-{32C1B585-7359-417B-AC5D-5654FDC1D6A8}" dt="2026-03-12T16:28:11.230" v="561"/>
          <ac:spMkLst>
            <pc:docMk/>
            <pc:sldMk cId="2897000437" sldId="262"/>
            <ac:spMk id="9" creationId="{3ECBE1F1-D69B-4AFA-ABD5-8E41720EF6DE}"/>
          </ac:spMkLst>
        </pc:spChg>
        <pc:spChg chg="add del">
          <ac:chgData name="CHARAN VR" userId="67deae2228444897" providerId="Windows Live" clId="Web-{32C1B585-7359-417B-AC5D-5654FDC1D6A8}" dt="2026-03-12T16:28:07.074" v="559"/>
          <ac:spMkLst>
            <pc:docMk/>
            <pc:sldMk cId="2897000437" sldId="262"/>
            <ac:spMk id="10" creationId="{B50AB553-2A96-4A92-96F2-93548E096954}"/>
          </ac:spMkLst>
        </pc:spChg>
        <pc:spChg chg="add del">
          <ac:chgData name="CHARAN VR" userId="67deae2228444897" providerId="Windows Live" clId="Web-{32C1B585-7359-417B-AC5D-5654FDC1D6A8}" dt="2026-03-12T16:28:11.230" v="561"/>
          <ac:spMkLst>
            <pc:docMk/>
            <pc:sldMk cId="2897000437" sldId="262"/>
            <ac:spMk id="11" creationId="{603A6265-E10C-4B85-9C20-E75FCAF9CC63}"/>
          </ac:spMkLst>
        </pc:spChg>
        <pc:spChg chg="add del">
          <ac:chgData name="CHARAN VR" userId="67deae2228444897" providerId="Windows Live" clId="Web-{32C1B585-7359-417B-AC5D-5654FDC1D6A8}" dt="2026-03-12T16:28:11.230" v="561"/>
          <ac:spMkLst>
            <pc:docMk/>
            <pc:sldMk cId="2897000437" sldId="262"/>
            <ac:spMk id="13" creationId="{A5678800-6B02-02D3-3DB5-D0C791A3AFB7}"/>
          </ac:spMkLst>
        </pc:spChg>
        <pc:spChg chg="add del">
          <ac:chgData name="CHARAN VR" userId="67deae2228444897" providerId="Windows Live" clId="Web-{32C1B585-7359-417B-AC5D-5654FDC1D6A8}" dt="2026-03-12T16:34:20.798" v="592"/>
          <ac:spMkLst>
            <pc:docMk/>
            <pc:sldMk cId="2897000437" sldId="262"/>
            <ac:spMk id="15" creationId="{E81BF4F6-F2CF-4984-9D14-D6966D92F99F}"/>
          </ac:spMkLst>
        </pc:spChg>
        <pc:spChg chg="add del mod">
          <ac:chgData name="CHARAN VR" userId="67deae2228444897" providerId="Windows Live" clId="Web-{32C1B585-7359-417B-AC5D-5654FDC1D6A8}" dt="2026-03-12T16:34:20.798" v="592"/>
          <ac:spMkLst>
            <pc:docMk/>
            <pc:sldMk cId="2897000437" sldId="262"/>
            <ac:spMk id="17" creationId="{A5678800-6B02-02D3-3DB5-D0C791A3AFB7}"/>
          </ac:spMkLst>
        </pc:spChg>
        <pc:spChg chg="add del">
          <ac:chgData name="CHARAN VR" userId="67deae2228444897" providerId="Windows Live" clId="Web-{32C1B585-7359-417B-AC5D-5654FDC1D6A8}" dt="2026-03-12T16:33:33.125" v="585"/>
          <ac:spMkLst>
            <pc:docMk/>
            <pc:sldMk cId="2897000437" sldId="262"/>
            <ac:spMk id="24" creationId="{E81BF4F6-F2CF-4984-9D14-D6966D92F99F}"/>
          </ac:spMkLst>
        </pc:spChg>
        <pc:spChg chg="add del">
          <ac:chgData name="CHARAN VR" userId="67deae2228444897" providerId="Windows Live" clId="Web-{32C1B585-7359-417B-AC5D-5654FDC1D6A8}" dt="2026-03-12T16:33:41.250" v="587"/>
          <ac:spMkLst>
            <pc:docMk/>
            <pc:sldMk cId="2897000437" sldId="262"/>
            <ac:spMk id="26" creationId="{362810D9-2C5A-477D-949C-C191895477F3}"/>
          </ac:spMkLst>
        </pc:spChg>
        <pc:spChg chg="add del">
          <ac:chgData name="CHARAN VR" userId="67deae2228444897" providerId="Windows Live" clId="Web-{32C1B585-7359-417B-AC5D-5654FDC1D6A8}" dt="2026-03-12T16:33:41.250" v="587"/>
          <ac:spMkLst>
            <pc:docMk/>
            <pc:sldMk cId="2897000437" sldId="262"/>
            <ac:spMk id="27" creationId="{081E4A58-353D-44AE-B2FC-2A74E2E400F7}"/>
          </ac:spMkLst>
        </pc:spChg>
        <pc:spChg chg="add del">
          <ac:chgData name="CHARAN VR" userId="67deae2228444897" providerId="Windows Live" clId="Web-{32C1B585-7359-417B-AC5D-5654FDC1D6A8}" dt="2026-03-12T16:33:41.250" v="587"/>
          <ac:spMkLst>
            <pc:docMk/>
            <pc:sldMk cId="2897000437" sldId="262"/>
            <ac:spMk id="28" creationId="{A5678800-6B02-02D3-3DB5-D0C791A3AFB7}"/>
          </ac:spMkLst>
        </pc:spChg>
        <pc:spChg chg="add del">
          <ac:chgData name="CHARAN VR" userId="67deae2228444897" providerId="Windows Live" clId="Web-{32C1B585-7359-417B-AC5D-5654FDC1D6A8}" dt="2026-03-12T16:34:12.876" v="589"/>
          <ac:spMkLst>
            <pc:docMk/>
            <pc:sldMk cId="2897000437" sldId="262"/>
            <ac:spMk id="30" creationId="{04812C46-200A-4DEB-A05E-3ED6C68C2387}"/>
          </ac:spMkLst>
        </pc:spChg>
        <pc:spChg chg="add del">
          <ac:chgData name="CHARAN VR" userId="67deae2228444897" providerId="Windows Live" clId="Web-{32C1B585-7359-417B-AC5D-5654FDC1D6A8}" dt="2026-03-12T16:34:12.876" v="589"/>
          <ac:spMkLst>
            <pc:docMk/>
            <pc:sldMk cId="2897000437" sldId="262"/>
            <ac:spMk id="31" creationId="{D1EA859B-E555-4109-94F3-6700E046E008}"/>
          </ac:spMkLst>
        </pc:spChg>
        <pc:spChg chg="add del">
          <ac:chgData name="CHARAN VR" userId="67deae2228444897" providerId="Windows Live" clId="Web-{32C1B585-7359-417B-AC5D-5654FDC1D6A8}" dt="2026-03-12T16:34:12.876" v="589"/>
          <ac:spMkLst>
            <pc:docMk/>
            <pc:sldMk cId="2897000437" sldId="262"/>
            <ac:spMk id="32" creationId="{A5678800-6B02-02D3-3DB5-D0C791A3AFB7}"/>
          </ac:spMkLst>
        </pc:spChg>
        <pc:spChg chg="add del">
          <ac:chgData name="CHARAN VR" userId="67deae2228444897" providerId="Windows Live" clId="Web-{32C1B585-7359-417B-AC5D-5654FDC1D6A8}" dt="2026-03-12T16:34:20.782" v="591"/>
          <ac:spMkLst>
            <pc:docMk/>
            <pc:sldMk cId="2897000437" sldId="262"/>
            <ac:spMk id="35" creationId="{A5678800-6B02-02D3-3DB5-D0C791A3AFB7}"/>
          </ac:spMkLst>
        </pc:spChg>
        <pc:spChg chg="add">
          <ac:chgData name="CHARAN VR" userId="67deae2228444897" providerId="Windows Live" clId="Web-{32C1B585-7359-417B-AC5D-5654FDC1D6A8}" dt="2026-03-12T16:34:20.798" v="592"/>
          <ac:spMkLst>
            <pc:docMk/>
            <pc:sldMk cId="2897000437" sldId="262"/>
            <ac:spMk id="37" creationId="{04812C46-200A-4DEB-A05E-3ED6C68C2387}"/>
          </ac:spMkLst>
        </pc:spChg>
        <pc:spChg chg="add">
          <ac:chgData name="CHARAN VR" userId="67deae2228444897" providerId="Windows Live" clId="Web-{32C1B585-7359-417B-AC5D-5654FDC1D6A8}" dt="2026-03-12T16:34:20.798" v="592"/>
          <ac:spMkLst>
            <pc:docMk/>
            <pc:sldMk cId="2897000437" sldId="262"/>
            <ac:spMk id="38" creationId="{D1EA859B-E555-4109-94F3-6700E046E008}"/>
          </ac:spMkLst>
        </pc:spChg>
        <pc:spChg chg="add">
          <ac:chgData name="CHARAN VR" userId="67deae2228444897" providerId="Windows Live" clId="Web-{32C1B585-7359-417B-AC5D-5654FDC1D6A8}" dt="2026-03-12T16:34:20.798" v="592"/>
          <ac:spMkLst>
            <pc:docMk/>
            <pc:sldMk cId="2897000437" sldId="262"/>
            <ac:spMk id="39" creationId="{A5678800-6B02-02D3-3DB5-D0C791A3AFB7}"/>
          </ac:spMkLst>
        </pc:spChg>
        <pc:graphicFrameChg chg="add del">
          <ac:chgData name="CHARAN VR" userId="67deae2228444897" providerId="Windows Live" clId="Web-{32C1B585-7359-417B-AC5D-5654FDC1D6A8}" dt="2026-03-12T16:28:07.074" v="559"/>
          <ac:graphicFrameMkLst>
            <pc:docMk/>
            <pc:sldMk cId="2897000437" sldId="262"/>
            <ac:graphicFrameMk id="5" creationId="{6BC4BC76-63C8-B53B-F7F4-EEC85CFAD81D}"/>
          </ac:graphicFrameMkLst>
        </pc:graphicFrameChg>
        <pc:graphicFrameChg chg="add del">
          <ac:chgData name="CHARAN VR" userId="67deae2228444897" providerId="Windows Live" clId="Web-{32C1B585-7359-417B-AC5D-5654FDC1D6A8}" dt="2026-03-12T16:33:33.125" v="585"/>
          <ac:graphicFrameMkLst>
            <pc:docMk/>
            <pc:sldMk cId="2897000437" sldId="262"/>
            <ac:graphicFrameMk id="19" creationId="{5F314EF5-652A-ECFA-B4D1-957C6D6541C2}"/>
          </ac:graphicFrameMkLst>
        </pc:graphicFrameChg>
        <pc:picChg chg="add del">
          <ac:chgData name="CHARAN VR" userId="67deae2228444897" providerId="Windows Live" clId="Web-{32C1B585-7359-417B-AC5D-5654FDC1D6A8}" dt="2026-03-12T16:28:07.074" v="559"/>
          <ac:picMkLst>
            <pc:docMk/>
            <pc:sldMk cId="2897000437" sldId="262"/>
            <ac:picMk id="6" creationId="{9273B1F5-6F42-4F7C-4A24-58AEAFF4316E}"/>
          </ac:picMkLst>
        </pc:picChg>
        <pc:picChg chg="add del">
          <ac:chgData name="CHARAN VR" userId="67deae2228444897" providerId="Windows Live" clId="Web-{32C1B585-7359-417B-AC5D-5654FDC1D6A8}" dt="2026-03-12T16:28:11.230" v="561"/>
          <ac:picMkLst>
            <pc:docMk/>
            <pc:sldMk cId="2897000437" sldId="262"/>
            <ac:picMk id="12" creationId="{3FABBFA3-FD15-B11F-EE7C-B6555D2F74AE}"/>
          </ac:picMkLst>
        </pc:picChg>
        <pc:picChg chg="add del mod ord">
          <ac:chgData name="CHARAN VR" userId="67deae2228444897" providerId="Windows Live" clId="Web-{32C1B585-7359-417B-AC5D-5654FDC1D6A8}" dt="2026-03-12T16:34:20.798" v="592"/>
          <ac:picMkLst>
            <pc:docMk/>
            <pc:sldMk cId="2897000437" sldId="262"/>
            <ac:picMk id="16" creationId="{0AE27A76-FD1B-15A3-B72A-3B3A765E13F0}"/>
          </ac:picMkLst>
        </pc:picChg>
        <pc:cxnChg chg="add del">
          <ac:chgData name="CHARAN VR" userId="67deae2228444897" providerId="Windows Live" clId="Web-{32C1B585-7359-417B-AC5D-5654FDC1D6A8}" dt="2026-03-12T16:33:24.219" v="583"/>
          <ac:cxnSpMkLst>
            <pc:docMk/>
            <pc:sldMk cId="2897000437" sldId="262"/>
            <ac:cxnSpMk id="22" creationId="{1503BFE4-729B-D9D0-C17B-501E6AF1127A}"/>
          </ac:cxnSpMkLst>
        </pc:cxnChg>
        <pc:cxnChg chg="add del">
          <ac:chgData name="CHARAN VR" userId="67deae2228444897" providerId="Windows Live" clId="Web-{32C1B585-7359-417B-AC5D-5654FDC1D6A8}" dt="2026-03-12T16:34:20.782" v="591"/>
          <ac:cxnSpMkLst>
            <pc:docMk/>
            <pc:sldMk cId="2897000437" sldId="262"/>
            <ac:cxnSpMk id="34" creationId="{1503BFE4-729B-D9D0-C17B-501E6AF1127A}"/>
          </ac:cxnSpMkLst>
        </pc:cxnChg>
      </pc:sldChg>
      <pc:sldChg chg="addSp delSp modSp mod setBg">
        <pc:chgData name="CHARAN VR" userId="67deae2228444897" providerId="Windows Live" clId="Web-{32C1B585-7359-417B-AC5D-5654FDC1D6A8}" dt="2026-03-12T16:58:50.166" v="652" actId="14100"/>
        <pc:sldMkLst>
          <pc:docMk/>
          <pc:sldMk cId="2829458165" sldId="263"/>
        </pc:sldMkLst>
        <pc:spChg chg="mod ord">
          <ac:chgData name="CHARAN VR" userId="67deae2228444897" providerId="Windows Live" clId="Web-{32C1B585-7359-417B-AC5D-5654FDC1D6A8}" dt="2026-03-12T16:58:25.618" v="648"/>
          <ac:spMkLst>
            <pc:docMk/>
            <pc:sldMk cId="2829458165" sldId="263"/>
            <ac:spMk id="4" creationId="{2264197A-37C7-BB80-5C31-E8A313D2B0C4}"/>
          </ac:spMkLst>
        </pc:spChg>
        <pc:spChg chg="add del">
          <ac:chgData name="CHARAN VR" userId="67deae2228444897" providerId="Windows Live" clId="Web-{32C1B585-7359-417B-AC5D-5654FDC1D6A8}" dt="2026-03-12T16:36:20.847" v="602"/>
          <ac:spMkLst>
            <pc:docMk/>
            <pc:sldMk cId="2829458165" sldId="263"/>
            <ac:spMk id="8" creationId="{A4AC5506-6312-4701-8D3C-40187889A947}"/>
          </ac:spMkLst>
        </pc:spChg>
        <pc:spChg chg="add del">
          <ac:chgData name="CHARAN VR" userId="67deae2228444897" providerId="Windows Live" clId="Web-{32C1B585-7359-417B-AC5D-5654FDC1D6A8}" dt="2026-03-12T16:40:43.098" v="608"/>
          <ac:spMkLst>
            <pc:docMk/>
            <pc:sldMk cId="2829458165" sldId="263"/>
            <ac:spMk id="10" creationId="{37C89E4B-3C9F-44B9-8B86-D9E3D112D8EC}"/>
          </ac:spMkLst>
        </pc:spChg>
        <pc:spChg chg="add del">
          <ac:chgData name="CHARAN VR" userId="67deae2228444897" providerId="Windows Live" clId="Web-{32C1B585-7359-417B-AC5D-5654FDC1D6A8}" dt="2026-03-12T16:28:57.668" v="564"/>
          <ac:spMkLst>
            <pc:docMk/>
            <pc:sldMk cId="2829458165" sldId="263"/>
            <ac:spMk id="11" creationId="{37C89E4B-3C9F-44B9-8B86-D9E3D112D8EC}"/>
          </ac:spMkLst>
        </pc:spChg>
        <pc:spChg chg="add del">
          <ac:chgData name="CHARAN VR" userId="67deae2228444897" providerId="Windows Live" clId="Web-{32C1B585-7359-417B-AC5D-5654FDC1D6A8}" dt="2026-03-12T16:29:14.294" v="566"/>
          <ac:spMkLst>
            <pc:docMk/>
            <pc:sldMk cId="2829458165" sldId="263"/>
            <ac:spMk id="17" creationId="{ECC07320-C2CA-4E29-8481-9D9E143C7788}"/>
          </ac:spMkLst>
        </pc:spChg>
        <pc:spChg chg="add del">
          <ac:chgData name="CHARAN VR" userId="67deae2228444897" providerId="Windows Live" clId="Web-{32C1B585-7359-417B-AC5D-5654FDC1D6A8}" dt="2026-03-12T16:29:14.294" v="566"/>
          <ac:spMkLst>
            <pc:docMk/>
            <pc:sldMk cId="2829458165" sldId="263"/>
            <ac:spMk id="18" creationId="{178FB36B-5BFE-42CA-BC60-1115E0D95EEC}"/>
          </ac:spMkLst>
        </pc:spChg>
        <pc:spChg chg="add del">
          <ac:chgData name="CHARAN VR" userId="67deae2228444897" providerId="Windows Live" clId="Web-{32C1B585-7359-417B-AC5D-5654FDC1D6A8}" dt="2026-03-12T16:57:16.677" v="642"/>
          <ac:spMkLst>
            <pc:docMk/>
            <pc:sldMk cId="2829458165" sldId="263"/>
            <ac:spMk id="19" creationId="{665DBBEF-238B-476B-96AB-8AAC3224ECEA}"/>
          </ac:spMkLst>
        </pc:spChg>
        <pc:spChg chg="add del">
          <ac:chgData name="CHARAN VR" userId="67deae2228444897" providerId="Windows Live" clId="Web-{32C1B585-7359-417B-AC5D-5654FDC1D6A8}" dt="2026-03-12T16:29:24.919" v="568"/>
          <ac:spMkLst>
            <pc:docMk/>
            <pc:sldMk cId="2829458165" sldId="263"/>
            <ac:spMk id="20" creationId="{53F29798-D584-4792-9B62-3F5F5C36D619}"/>
          </ac:spMkLst>
        </pc:spChg>
        <pc:spChg chg="add del">
          <ac:chgData name="CHARAN VR" userId="67deae2228444897" providerId="Windows Live" clId="Web-{32C1B585-7359-417B-AC5D-5654FDC1D6A8}" dt="2026-03-12T16:57:16.677" v="642"/>
          <ac:spMkLst>
            <pc:docMk/>
            <pc:sldMk cId="2829458165" sldId="263"/>
            <ac:spMk id="21" creationId="{3FCFB1DE-0B7E-48CC-BA90-B2AB0889F9D6}"/>
          </ac:spMkLst>
        </pc:spChg>
        <pc:spChg chg="add del">
          <ac:chgData name="CHARAN VR" userId="67deae2228444897" providerId="Windows Live" clId="Web-{32C1B585-7359-417B-AC5D-5654FDC1D6A8}" dt="2026-03-12T16:58:25.618" v="648"/>
          <ac:spMkLst>
            <pc:docMk/>
            <pc:sldMk cId="2829458165" sldId="263"/>
            <ac:spMk id="26" creationId="{9089EED9-F54D-4F20-A2C6-949DE4176959}"/>
          </ac:spMkLst>
        </pc:spChg>
        <pc:spChg chg="add del">
          <ac:chgData name="CHARAN VR" userId="67deae2228444897" providerId="Windows Live" clId="Web-{32C1B585-7359-417B-AC5D-5654FDC1D6A8}" dt="2026-03-12T16:58:25.618" v="648"/>
          <ac:spMkLst>
            <pc:docMk/>
            <pc:sldMk cId="2829458165" sldId="263"/>
            <ac:spMk id="28" creationId="{1A85619E-59AB-4E59-8DD1-77D17FCB331C}"/>
          </ac:spMkLst>
        </pc:spChg>
        <pc:spChg chg="add del">
          <ac:chgData name="CHARAN VR" userId="67deae2228444897" providerId="Windows Live" clId="Web-{32C1B585-7359-417B-AC5D-5654FDC1D6A8}" dt="2026-03-12T16:58:25.618" v="648"/>
          <ac:spMkLst>
            <pc:docMk/>
            <pc:sldMk cId="2829458165" sldId="263"/>
            <ac:spMk id="30" creationId="{B5AAC39E-8294-44DC-AB9F-2B9F22C397E1}"/>
          </ac:spMkLst>
        </pc:spChg>
        <pc:spChg chg="add del">
          <ac:chgData name="CHARAN VR" userId="67deae2228444897" providerId="Windows Live" clId="Web-{32C1B585-7359-417B-AC5D-5654FDC1D6A8}" dt="2026-03-12T16:58:25.618" v="648"/>
          <ac:spMkLst>
            <pc:docMk/>
            <pc:sldMk cId="2829458165" sldId="263"/>
            <ac:spMk id="32" creationId="{11685A1B-C158-49A6-BF8F-0D48688527D1}"/>
          </ac:spMkLst>
        </pc:spChg>
        <pc:spChg chg="add del">
          <ac:chgData name="CHARAN VR" userId="67deae2228444897" providerId="Windows Live" clId="Web-{32C1B585-7359-417B-AC5D-5654FDC1D6A8}" dt="2026-03-12T16:58:25.618" v="647"/>
          <ac:spMkLst>
            <pc:docMk/>
            <pc:sldMk cId="2829458165" sldId="263"/>
            <ac:spMk id="37" creationId="{3A930249-8242-4E2B-AF17-C01826488321}"/>
          </ac:spMkLst>
        </pc:spChg>
        <pc:spChg chg="add del">
          <ac:chgData name="CHARAN VR" userId="67deae2228444897" providerId="Windows Live" clId="Web-{32C1B585-7359-417B-AC5D-5654FDC1D6A8}" dt="2026-03-12T16:58:25.618" v="647"/>
          <ac:spMkLst>
            <pc:docMk/>
            <pc:sldMk cId="2829458165" sldId="263"/>
            <ac:spMk id="39" creationId="{A5BDD999-C5E1-4B3E-A710-768673819165}"/>
          </ac:spMkLst>
        </pc:spChg>
        <pc:spChg chg="add">
          <ac:chgData name="CHARAN VR" userId="67deae2228444897" providerId="Windows Live" clId="Web-{32C1B585-7359-417B-AC5D-5654FDC1D6A8}" dt="2026-03-12T16:58:25.618" v="648"/>
          <ac:spMkLst>
            <pc:docMk/>
            <pc:sldMk cId="2829458165" sldId="263"/>
            <ac:spMk id="41" creationId="{A4AC5506-6312-4701-8D3C-40187889A947}"/>
          </ac:spMkLst>
        </pc:spChg>
        <pc:picChg chg="mod ord">
          <ac:chgData name="CHARAN VR" userId="67deae2228444897" providerId="Windows Live" clId="Web-{32C1B585-7359-417B-AC5D-5654FDC1D6A8}" dt="2026-03-12T16:58:50.166" v="652" actId="14100"/>
          <ac:picMkLst>
            <pc:docMk/>
            <pc:sldMk cId="2829458165" sldId="263"/>
            <ac:picMk id="6" creationId="{30DB7A18-6D25-D905-EA7A-7CFA5B3A3083}"/>
          </ac:picMkLst>
        </pc:picChg>
        <pc:cxnChg chg="add del">
          <ac:chgData name="CHARAN VR" userId="67deae2228444897" providerId="Windows Live" clId="Web-{32C1B585-7359-417B-AC5D-5654FDC1D6A8}" dt="2026-03-12T16:40:43.098" v="608"/>
          <ac:cxnSpMkLst>
            <pc:docMk/>
            <pc:sldMk cId="2829458165" sldId="263"/>
            <ac:cxnSpMk id="12" creationId="{AA2EAA10-076F-46BD-8F0F-B9A2FB77A85C}"/>
          </ac:cxnSpMkLst>
        </pc:cxnChg>
        <pc:cxnChg chg="add del">
          <ac:chgData name="CHARAN VR" userId="67deae2228444897" providerId="Windows Live" clId="Web-{32C1B585-7359-417B-AC5D-5654FDC1D6A8}" dt="2026-03-12T16:28:57.668" v="564"/>
          <ac:cxnSpMkLst>
            <pc:docMk/>
            <pc:sldMk cId="2829458165" sldId="263"/>
            <ac:cxnSpMk id="13" creationId="{AA2EAA10-076F-46BD-8F0F-B9A2FB77A85C}"/>
          </ac:cxnSpMkLst>
        </pc:cxnChg>
        <pc:cxnChg chg="add del">
          <ac:chgData name="CHARAN VR" userId="67deae2228444897" providerId="Windows Live" clId="Web-{32C1B585-7359-417B-AC5D-5654FDC1D6A8}" dt="2026-03-12T16:40:43.098" v="608"/>
          <ac:cxnSpMkLst>
            <pc:docMk/>
            <pc:sldMk cId="2829458165" sldId="263"/>
            <ac:cxnSpMk id="14" creationId="{D891E407-403B-4764-86C9-33A56D3BCAA3}"/>
          </ac:cxnSpMkLst>
        </pc:cxnChg>
        <pc:cxnChg chg="add del">
          <ac:chgData name="CHARAN VR" userId="67deae2228444897" providerId="Windows Live" clId="Web-{32C1B585-7359-417B-AC5D-5654FDC1D6A8}" dt="2026-03-12T16:28:57.668" v="564"/>
          <ac:cxnSpMkLst>
            <pc:docMk/>
            <pc:sldMk cId="2829458165" sldId="263"/>
            <ac:cxnSpMk id="15" creationId="{D891E407-403B-4764-86C9-33A56D3BCAA3}"/>
          </ac:cxnSpMkLst>
        </pc:cxnChg>
      </pc:sldChg>
      <pc:sldChg chg="addSp delSp modSp mod setBg">
        <pc:chgData name="CHARAN VR" userId="67deae2228444897" providerId="Windows Live" clId="Web-{32C1B585-7359-417B-AC5D-5654FDC1D6A8}" dt="2026-03-12T17:03:14.423" v="667"/>
        <pc:sldMkLst>
          <pc:docMk/>
          <pc:sldMk cId="14776784" sldId="264"/>
        </pc:sldMkLst>
        <pc:spChg chg="mod">
          <ac:chgData name="CHARAN VR" userId="67deae2228444897" providerId="Windows Live" clId="Web-{32C1B585-7359-417B-AC5D-5654FDC1D6A8}" dt="2026-03-12T17:03:14.423" v="667"/>
          <ac:spMkLst>
            <pc:docMk/>
            <pc:sldMk cId="14776784" sldId="264"/>
            <ac:spMk id="2" creationId="{5BEB9348-EF8A-BCC2-0907-5888FD214BB1}"/>
          </ac:spMkLst>
        </pc:spChg>
        <pc:spChg chg="add del">
          <ac:chgData name="CHARAN VR" userId="67deae2228444897" providerId="Windows Live" clId="Web-{32C1B585-7359-417B-AC5D-5654FDC1D6A8}" dt="2026-03-12T16:59:19.245" v="653"/>
          <ac:spMkLst>
            <pc:docMk/>
            <pc:sldMk cId="14776784" sldId="264"/>
            <ac:spMk id="9" creationId="{5DCB5928-DC7D-4612-9922-441966E15627}"/>
          </ac:spMkLst>
        </pc:spChg>
        <pc:spChg chg="add del">
          <ac:chgData name="CHARAN VR" userId="67deae2228444897" providerId="Windows Live" clId="Web-{32C1B585-7359-417B-AC5D-5654FDC1D6A8}" dt="2026-03-12T16:59:19.245" v="653"/>
          <ac:spMkLst>
            <pc:docMk/>
            <pc:sldMk cId="14776784" sldId="264"/>
            <ac:spMk id="11" creationId="{682C1161-1736-45EC-99B7-33F3CAE9D517}"/>
          </ac:spMkLst>
        </pc:spChg>
        <pc:spChg chg="add del">
          <ac:chgData name="CHARAN VR" userId="67deae2228444897" providerId="Windows Live" clId="Web-{32C1B585-7359-417B-AC5D-5654FDC1D6A8}" dt="2026-03-12T16:59:19.245" v="653"/>
          <ac:spMkLst>
            <pc:docMk/>
            <pc:sldMk cId="14776784" sldId="264"/>
            <ac:spMk id="13" creationId="{84D4DDB8-B68F-45B0-9F62-C4279996F672}"/>
          </ac:spMkLst>
        </pc:spChg>
        <pc:spChg chg="add del">
          <ac:chgData name="CHARAN VR" userId="67deae2228444897" providerId="Windows Live" clId="Web-{32C1B585-7359-417B-AC5D-5654FDC1D6A8}" dt="2026-03-12T16:59:19.245" v="653"/>
          <ac:spMkLst>
            <pc:docMk/>
            <pc:sldMk cId="14776784" sldId="264"/>
            <ac:spMk id="15" creationId="{AF2F604E-43BE-4DC3-B983-E071523364F8}"/>
          </ac:spMkLst>
        </pc:spChg>
        <pc:spChg chg="add del">
          <ac:chgData name="CHARAN VR" userId="67deae2228444897" providerId="Windows Live" clId="Web-{32C1B585-7359-417B-AC5D-5654FDC1D6A8}" dt="2026-03-12T16:59:19.245" v="653"/>
          <ac:spMkLst>
            <pc:docMk/>
            <pc:sldMk cId="14776784" sldId="264"/>
            <ac:spMk id="17" creationId="{08C9B587-E65E-4B52-B37C-ABEBB6E87928}"/>
          </ac:spMkLst>
        </pc:spChg>
        <pc:spChg chg="add del">
          <ac:chgData name="CHARAN VR" userId="67deae2228444897" providerId="Windows Live" clId="Web-{32C1B585-7359-417B-AC5D-5654FDC1D6A8}" dt="2026-03-12T17:03:14.423" v="667"/>
          <ac:spMkLst>
            <pc:docMk/>
            <pc:sldMk cId="14776784" sldId="264"/>
            <ac:spMk id="22" creationId="{A4AC5506-6312-4701-8D3C-40187889A947}"/>
          </ac:spMkLst>
        </pc:spChg>
        <pc:spChg chg="add del">
          <ac:chgData name="CHARAN VR" userId="67deae2228444897" providerId="Windows Live" clId="Web-{32C1B585-7359-417B-AC5D-5654FDC1D6A8}" dt="2026-03-12T17:03:14.423" v="667"/>
          <ac:spMkLst>
            <pc:docMk/>
            <pc:sldMk cId="14776784" sldId="264"/>
            <ac:spMk id="27" creationId="{5DCB5928-DC7D-4612-9922-441966E15627}"/>
          </ac:spMkLst>
        </pc:spChg>
        <pc:spChg chg="add del">
          <ac:chgData name="CHARAN VR" userId="67deae2228444897" providerId="Windows Live" clId="Web-{32C1B585-7359-417B-AC5D-5654FDC1D6A8}" dt="2026-03-12T17:03:14.423" v="667"/>
          <ac:spMkLst>
            <pc:docMk/>
            <pc:sldMk cId="14776784" sldId="264"/>
            <ac:spMk id="29" creationId="{682C1161-1736-45EC-99B7-33F3CAE9D517}"/>
          </ac:spMkLst>
        </pc:spChg>
        <pc:spChg chg="add del">
          <ac:chgData name="CHARAN VR" userId="67deae2228444897" providerId="Windows Live" clId="Web-{32C1B585-7359-417B-AC5D-5654FDC1D6A8}" dt="2026-03-12T17:03:14.423" v="667"/>
          <ac:spMkLst>
            <pc:docMk/>
            <pc:sldMk cId="14776784" sldId="264"/>
            <ac:spMk id="31" creationId="{84D4DDB8-B68F-45B0-9F62-C4279996F672}"/>
          </ac:spMkLst>
        </pc:spChg>
        <pc:spChg chg="add del">
          <ac:chgData name="CHARAN VR" userId="67deae2228444897" providerId="Windows Live" clId="Web-{32C1B585-7359-417B-AC5D-5654FDC1D6A8}" dt="2026-03-12T17:03:14.423" v="667"/>
          <ac:spMkLst>
            <pc:docMk/>
            <pc:sldMk cId="14776784" sldId="264"/>
            <ac:spMk id="33" creationId="{AF2F604E-43BE-4DC3-B983-E071523364F8}"/>
          </ac:spMkLst>
        </pc:spChg>
        <pc:spChg chg="add del">
          <ac:chgData name="CHARAN VR" userId="67deae2228444897" providerId="Windows Live" clId="Web-{32C1B585-7359-417B-AC5D-5654FDC1D6A8}" dt="2026-03-12T17:03:14.423" v="667"/>
          <ac:spMkLst>
            <pc:docMk/>
            <pc:sldMk cId="14776784" sldId="264"/>
            <ac:spMk id="35" creationId="{08C9B587-E65E-4B52-B37C-ABEBB6E87928}"/>
          </ac:spMkLst>
        </pc:spChg>
        <pc:picChg chg="mod">
          <ac:chgData name="CHARAN VR" userId="67deae2228444897" providerId="Windows Live" clId="Web-{32C1B585-7359-417B-AC5D-5654FDC1D6A8}" dt="2026-03-12T17:03:14.423" v="667"/>
          <ac:picMkLst>
            <pc:docMk/>
            <pc:sldMk cId="14776784" sldId="264"/>
            <ac:picMk id="4" creationId="{45B376AE-9027-5944-989C-4020455CD57D}"/>
          </ac:picMkLst>
        </pc:picChg>
      </pc:sldChg>
      <pc:sldChg chg="addSp delSp modSp mod setBg">
        <pc:chgData name="CHARAN VR" userId="67deae2228444897" providerId="Windows Live" clId="Web-{32C1B585-7359-417B-AC5D-5654FDC1D6A8}" dt="2026-03-12T17:01:32.968" v="665" actId="14100"/>
        <pc:sldMkLst>
          <pc:docMk/>
          <pc:sldMk cId="2077473533" sldId="266"/>
        </pc:sldMkLst>
        <pc:spChg chg="mod">
          <ac:chgData name="CHARAN VR" userId="67deae2228444897" providerId="Windows Live" clId="Web-{32C1B585-7359-417B-AC5D-5654FDC1D6A8}" dt="2026-03-12T17:01:15.155" v="661"/>
          <ac:spMkLst>
            <pc:docMk/>
            <pc:sldMk cId="2077473533" sldId="266"/>
            <ac:spMk id="2" creationId="{F76A016B-6256-49D6-46C4-F227FF8CA49B}"/>
          </ac:spMkLst>
        </pc:spChg>
        <pc:spChg chg="add del">
          <ac:chgData name="CHARAN VR" userId="67deae2228444897" providerId="Windows Live" clId="Web-{32C1B585-7359-417B-AC5D-5654FDC1D6A8}" dt="2026-03-12T17:01:15.155" v="661"/>
          <ac:spMkLst>
            <pc:docMk/>
            <pc:sldMk cId="2077473533" sldId="266"/>
            <ac:spMk id="9" creationId="{665DBBEF-238B-476B-96AB-8AAC3224ECEA}"/>
          </ac:spMkLst>
        </pc:spChg>
        <pc:spChg chg="add del">
          <ac:chgData name="CHARAN VR" userId="67deae2228444897" providerId="Windows Live" clId="Web-{32C1B585-7359-417B-AC5D-5654FDC1D6A8}" dt="2026-03-12T17:01:15.155" v="661"/>
          <ac:spMkLst>
            <pc:docMk/>
            <pc:sldMk cId="2077473533" sldId="266"/>
            <ac:spMk id="11" creationId="{3FCFB1DE-0B7E-48CC-BA90-B2AB0889F9D6}"/>
          </ac:spMkLst>
        </pc:spChg>
        <pc:spChg chg="add del">
          <ac:chgData name="CHARAN VR" userId="67deae2228444897" providerId="Windows Live" clId="Web-{32C1B585-7359-417B-AC5D-5654FDC1D6A8}" dt="2026-03-12T17:01:15.139" v="660"/>
          <ac:spMkLst>
            <pc:docMk/>
            <pc:sldMk cId="2077473533" sldId="266"/>
            <ac:spMk id="16" creationId="{5DCB5928-DC7D-4612-9922-441966E15627}"/>
          </ac:spMkLst>
        </pc:spChg>
        <pc:spChg chg="add del">
          <ac:chgData name="CHARAN VR" userId="67deae2228444897" providerId="Windows Live" clId="Web-{32C1B585-7359-417B-AC5D-5654FDC1D6A8}" dt="2026-03-12T17:01:15.139" v="660"/>
          <ac:spMkLst>
            <pc:docMk/>
            <pc:sldMk cId="2077473533" sldId="266"/>
            <ac:spMk id="18" creationId="{682C1161-1736-45EC-99B7-33F3CAE9D517}"/>
          </ac:spMkLst>
        </pc:spChg>
        <pc:spChg chg="add del">
          <ac:chgData name="CHARAN VR" userId="67deae2228444897" providerId="Windows Live" clId="Web-{32C1B585-7359-417B-AC5D-5654FDC1D6A8}" dt="2026-03-12T17:01:15.139" v="660"/>
          <ac:spMkLst>
            <pc:docMk/>
            <pc:sldMk cId="2077473533" sldId="266"/>
            <ac:spMk id="20" creationId="{84D4DDB8-B68F-45B0-9F62-C4279996F672}"/>
          </ac:spMkLst>
        </pc:spChg>
        <pc:spChg chg="add del">
          <ac:chgData name="CHARAN VR" userId="67deae2228444897" providerId="Windows Live" clId="Web-{32C1B585-7359-417B-AC5D-5654FDC1D6A8}" dt="2026-03-12T17:01:15.139" v="660"/>
          <ac:spMkLst>
            <pc:docMk/>
            <pc:sldMk cId="2077473533" sldId="266"/>
            <ac:spMk id="22" creationId="{AF2F604E-43BE-4DC3-B983-E071523364F8}"/>
          </ac:spMkLst>
        </pc:spChg>
        <pc:spChg chg="add del">
          <ac:chgData name="CHARAN VR" userId="67deae2228444897" providerId="Windows Live" clId="Web-{32C1B585-7359-417B-AC5D-5654FDC1D6A8}" dt="2026-03-12T17:01:15.139" v="660"/>
          <ac:spMkLst>
            <pc:docMk/>
            <pc:sldMk cId="2077473533" sldId="266"/>
            <ac:spMk id="24" creationId="{08C9B587-E65E-4B52-B37C-ABEBB6E87928}"/>
          </ac:spMkLst>
        </pc:spChg>
        <pc:spChg chg="add">
          <ac:chgData name="CHARAN VR" userId="67deae2228444897" providerId="Windows Live" clId="Web-{32C1B585-7359-417B-AC5D-5654FDC1D6A8}" dt="2026-03-12T17:01:15.155" v="661"/>
          <ac:spMkLst>
            <pc:docMk/>
            <pc:sldMk cId="2077473533" sldId="266"/>
            <ac:spMk id="26" creationId="{A4AC5506-6312-4701-8D3C-40187889A947}"/>
          </ac:spMkLst>
        </pc:spChg>
        <pc:picChg chg="mod">
          <ac:chgData name="CHARAN VR" userId="67deae2228444897" providerId="Windows Live" clId="Web-{32C1B585-7359-417B-AC5D-5654FDC1D6A8}" dt="2026-03-12T17:01:32.968" v="665" actId="14100"/>
          <ac:picMkLst>
            <pc:docMk/>
            <pc:sldMk cId="2077473533" sldId="266"/>
            <ac:picMk id="4" creationId="{A04A8AAD-367D-C038-9936-EFA2BD4562ED}"/>
          </ac:picMkLst>
        </pc:picChg>
      </pc:sldChg>
      <pc:sldChg chg="addSp delSp modSp mod setBg">
        <pc:chgData name="CHARAN VR" userId="67deae2228444897" providerId="Windows Live" clId="Web-{32C1B585-7359-417B-AC5D-5654FDC1D6A8}" dt="2026-03-12T16:47:15.891" v="627"/>
        <pc:sldMkLst>
          <pc:docMk/>
          <pc:sldMk cId="798480037" sldId="267"/>
        </pc:sldMkLst>
        <pc:spChg chg="mod">
          <ac:chgData name="CHARAN VR" userId="67deae2228444897" providerId="Windows Live" clId="Web-{32C1B585-7359-417B-AC5D-5654FDC1D6A8}" dt="2026-03-12T16:47:15.891" v="626"/>
          <ac:spMkLst>
            <pc:docMk/>
            <pc:sldMk cId="798480037" sldId="267"/>
            <ac:spMk id="2" creationId="{2CEED438-9AF6-6CDA-9255-E88460BA22B7}"/>
          </ac:spMkLst>
        </pc:spChg>
        <pc:spChg chg="mod">
          <ac:chgData name="CHARAN VR" userId="67deae2228444897" providerId="Windows Live" clId="Web-{32C1B585-7359-417B-AC5D-5654FDC1D6A8}" dt="2026-03-12T16:47:15.891" v="626"/>
          <ac:spMkLst>
            <pc:docMk/>
            <pc:sldMk cId="798480037" sldId="267"/>
            <ac:spMk id="3" creationId="{8AF76EF7-840D-EB82-3BC2-2A4F8E6A7100}"/>
          </ac:spMkLst>
        </pc:spChg>
        <pc:spChg chg="add del">
          <ac:chgData name="CHARAN VR" userId="67deae2228444897" providerId="Windows Live" clId="Web-{32C1B585-7359-417B-AC5D-5654FDC1D6A8}" dt="2026-03-12T16:37:28.930" v="605"/>
          <ac:spMkLst>
            <pc:docMk/>
            <pc:sldMk cId="798480037" sldId="267"/>
            <ac:spMk id="9" creationId="{2C61293E-6EBE-43EF-A52C-9BEBFD7679D4}"/>
          </ac:spMkLst>
        </pc:spChg>
        <pc:spChg chg="add del">
          <ac:chgData name="CHARAN VR" userId="67deae2228444897" providerId="Windows Live" clId="Web-{32C1B585-7359-417B-AC5D-5654FDC1D6A8}" dt="2026-03-12T16:37:28.930" v="605"/>
          <ac:spMkLst>
            <pc:docMk/>
            <pc:sldMk cId="798480037" sldId="267"/>
            <ac:spMk id="11" creationId="{21540236-BFD5-4A9D-8840-4703E7F76825}"/>
          </ac:spMkLst>
        </pc:spChg>
        <pc:spChg chg="add del">
          <ac:chgData name="CHARAN VR" userId="67deae2228444897" providerId="Windows Live" clId="Web-{32C1B585-7359-417B-AC5D-5654FDC1D6A8}" dt="2026-03-12T16:44:29.841" v="624"/>
          <ac:spMkLst>
            <pc:docMk/>
            <pc:sldMk cId="798480037" sldId="267"/>
            <ac:spMk id="16" creationId="{45D37F4E-DDB4-456B-97E0-9937730A039F}"/>
          </ac:spMkLst>
        </pc:spChg>
        <pc:spChg chg="add del">
          <ac:chgData name="CHARAN VR" userId="67deae2228444897" providerId="Windows Live" clId="Web-{32C1B585-7359-417B-AC5D-5654FDC1D6A8}" dt="2026-03-12T16:44:29.841" v="624"/>
          <ac:spMkLst>
            <pc:docMk/>
            <pc:sldMk cId="798480037" sldId="267"/>
            <ac:spMk id="18" creationId="{B2DD41CD-8F47-4F56-AD12-4E2FF7696987}"/>
          </ac:spMkLst>
        </pc:spChg>
        <pc:spChg chg="add del">
          <ac:chgData name="CHARAN VR" userId="67deae2228444897" providerId="Windows Live" clId="Web-{32C1B585-7359-417B-AC5D-5654FDC1D6A8}" dt="2026-03-12T16:47:15.891" v="627"/>
          <ac:spMkLst>
            <pc:docMk/>
            <pc:sldMk cId="798480037" sldId="267"/>
            <ac:spMk id="23" creationId="{04812C46-200A-4DEB-A05E-3ED6C68C2387}"/>
          </ac:spMkLst>
        </pc:spChg>
        <pc:spChg chg="add del">
          <ac:chgData name="CHARAN VR" userId="67deae2228444897" providerId="Windows Live" clId="Web-{32C1B585-7359-417B-AC5D-5654FDC1D6A8}" dt="2026-03-12T16:47:15.891" v="627"/>
          <ac:spMkLst>
            <pc:docMk/>
            <pc:sldMk cId="798480037" sldId="267"/>
            <ac:spMk id="25" creationId="{D1EA859B-E555-4109-94F3-6700E046E008}"/>
          </ac:spMkLst>
        </pc:spChg>
        <pc:spChg chg="add del">
          <ac:chgData name="CHARAN VR" userId="67deae2228444897" providerId="Windows Live" clId="Web-{32C1B585-7359-417B-AC5D-5654FDC1D6A8}" dt="2026-03-12T16:47:15.891" v="626"/>
          <ac:spMkLst>
            <pc:docMk/>
            <pc:sldMk cId="798480037" sldId="267"/>
            <ac:spMk id="30" creationId="{04812C46-200A-4DEB-A05E-3ED6C68C2387}"/>
          </ac:spMkLst>
        </pc:spChg>
        <pc:spChg chg="add del">
          <ac:chgData name="CHARAN VR" userId="67deae2228444897" providerId="Windows Live" clId="Web-{32C1B585-7359-417B-AC5D-5654FDC1D6A8}" dt="2026-03-12T16:47:15.891" v="626"/>
          <ac:spMkLst>
            <pc:docMk/>
            <pc:sldMk cId="798480037" sldId="267"/>
            <ac:spMk id="32" creationId="{D1EA859B-E555-4109-94F3-6700E046E008}"/>
          </ac:spMkLst>
        </pc:spChg>
        <pc:spChg chg="add">
          <ac:chgData name="CHARAN VR" userId="67deae2228444897" providerId="Windows Live" clId="Web-{32C1B585-7359-417B-AC5D-5654FDC1D6A8}" dt="2026-03-12T16:47:15.891" v="627"/>
          <ac:spMkLst>
            <pc:docMk/>
            <pc:sldMk cId="798480037" sldId="267"/>
            <ac:spMk id="34" creationId="{04812C46-200A-4DEB-A05E-3ED6C68C2387}"/>
          </ac:spMkLst>
        </pc:spChg>
        <pc:spChg chg="add">
          <ac:chgData name="CHARAN VR" userId="67deae2228444897" providerId="Windows Live" clId="Web-{32C1B585-7359-417B-AC5D-5654FDC1D6A8}" dt="2026-03-12T16:47:15.891" v="627"/>
          <ac:spMkLst>
            <pc:docMk/>
            <pc:sldMk cId="798480037" sldId="267"/>
            <ac:spMk id="35" creationId="{D1EA859B-E555-4109-94F3-6700E046E008}"/>
          </ac:spMkLst>
        </pc:spChg>
        <pc:picChg chg="add mod ord">
          <ac:chgData name="CHARAN VR" userId="67deae2228444897" providerId="Windows Live" clId="Web-{32C1B585-7359-417B-AC5D-5654FDC1D6A8}" dt="2026-03-12T16:47:15.891" v="627"/>
          <ac:picMkLst>
            <pc:docMk/>
            <pc:sldMk cId="798480037" sldId="267"/>
            <ac:picMk id="5" creationId="{BE7801B4-B942-A281-2491-8013A0CC8B8E}"/>
          </ac:picMkLst>
        </pc:picChg>
      </pc:sldChg>
      <pc:sldChg chg="addSp delSp modSp mod setBg">
        <pc:chgData name="CHARAN VR" userId="67deae2228444897" providerId="Windows Live" clId="Web-{32C1B585-7359-417B-AC5D-5654FDC1D6A8}" dt="2026-03-12T16:49:04.877" v="631"/>
        <pc:sldMkLst>
          <pc:docMk/>
          <pc:sldMk cId="846236369" sldId="268"/>
        </pc:sldMkLst>
        <pc:spChg chg="mod">
          <ac:chgData name="CHARAN VR" userId="67deae2228444897" providerId="Windows Live" clId="Web-{32C1B585-7359-417B-AC5D-5654FDC1D6A8}" dt="2026-03-12T16:49:04.877" v="631"/>
          <ac:spMkLst>
            <pc:docMk/>
            <pc:sldMk cId="846236369" sldId="268"/>
            <ac:spMk id="2" creationId="{FA1F9B33-7266-AD01-AC4B-3D070EA64436}"/>
          </ac:spMkLst>
        </pc:spChg>
        <pc:spChg chg="mod">
          <ac:chgData name="CHARAN VR" userId="67deae2228444897" providerId="Windows Live" clId="Web-{32C1B585-7359-417B-AC5D-5654FDC1D6A8}" dt="2026-03-12T16:49:04.877" v="631"/>
          <ac:spMkLst>
            <pc:docMk/>
            <pc:sldMk cId="846236369" sldId="268"/>
            <ac:spMk id="3" creationId="{2B4CA296-CB44-5380-0A03-76B2945E6D6A}"/>
          </ac:spMkLst>
        </pc:spChg>
        <pc:spChg chg="add del">
          <ac:chgData name="CHARAN VR" userId="67deae2228444897" providerId="Windows Live" clId="Web-{32C1B585-7359-417B-AC5D-5654FDC1D6A8}" dt="2026-03-12T16:48:09.580" v="630"/>
          <ac:spMkLst>
            <pc:docMk/>
            <pc:sldMk cId="846236369" sldId="268"/>
            <ac:spMk id="8" creationId="{777A147A-9ED8-46B4-8660-1B3C2AA880B5}"/>
          </ac:spMkLst>
        </pc:spChg>
        <pc:spChg chg="add del">
          <ac:chgData name="CHARAN VR" userId="67deae2228444897" providerId="Windows Live" clId="Web-{32C1B585-7359-417B-AC5D-5654FDC1D6A8}" dt="2026-03-12T16:48:09.580" v="630"/>
          <ac:spMkLst>
            <pc:docMk/>
            <pc:sldMk cId="846236369" sldId="268"/>
            <ac:spMk id="10" creationId="{5D6C15A0-C087-4593-8414-2B4EC1CDC3DE}"/>
          </ac:spMkLst>
        </pc:spChg>
        <pc:spChg chg="add del">
          <ac:chgData name="CHARAN VR" userId="67deae2228444897" providerId="Windows Live" clId="Web-{32C1B585-7359-417B-AC5D-5654FDC1D6A8}" dt="2026-03-12T16:48:09.564" v="629"/>
          <ac:spMkLst>
            <pc:docMk/>
            <pc:sldMk cId="846236369" sldId="268"/>
            <ac:spMk id="16" creationId="{3ECBE1F1-D69B-4AFA-ABD5-8E41720EF6DE}"/>
          </ac:spMkLst>
        </pc:spChg>
        <pc:spChg chg="add del">
          <ac:chgData name="CHARAN VR" userId="67deae2228444897" providerId="Windows Live" clId="Web-{32C1B585-7359-417B-AC5D-5654FDC1D6A8}" dt="2026-03-12T16:48:09.564" v="629"/>
          <ac:spMkLst>
            <pc:docMk/>
            <pc:sldMk cId="846236369" sldId="268"/>
            <ac:spMk id="18" creationId="{603A6265-E10C-4B85-9C20-E75FCAF9CC63}"/>
          </ac:spMkLst>
        </pc:spChg>
        <pc:spChg chg="add">
          <ac:chgData name="CHARAN VR" userId="67deae2228444897" providerId="Windows Live" clId="Web-{32C1B585-7359-417B-AC5D-5654FDC1D6A8}" dt="2026-03-12T16:49:04.877" v="631"/>
          <ac:spMkLst>
            <pc:docMk/>
            <pc:sldMk cId="846236369" sldId="268"/>
            <ac:spMk id="26" creationId="{9F7D5CDA-D291-4307-BF55-1381FED29634}"/>
          </ac:spMkLst>
        </pc:spChg>
        <pc:picChg chg="add del">
          <ac:chgData name="CHARAN VR" userId="67deae2228444897" providerId="Windows Live" clId="Web-{32C1B585-7359-417B-AC5D-5654FDC1D6A8}" dt="2026-03-12T16:48:09.564" v="629"/>
          <ac:picMkLst>
            <pc:docMk/>
            <pc:sldMk cId="846236369" sldId="268"/>
            <ac:picMk id="12" creationId="{19A65A56-3559-9A79-F212-66F5D1B53B69}"/>
          </ac:picMkLst>
        </pc:picChg>
        <pc:picChg chg="add mod ord">
          <ac:chgData name="CHARAN VR" userId="67deae2228444897" providerId="Windows Live" clId="Web-{32C1B585-7359-417B-AC5D-5654FDC1D6A8}" dt="2026-03-12T16:49:04.877" v="631"/>
          <ac:picMkLst>
            <pc:docMk/>
            <pc:sldMk cId="846236369" sldId="268"/>
            <ac:picMk id="20" creationId="{E1A54FF3-6F80-4226-25BC-9EFFEE6C0131}"/>
          </ac:picMkLst>
        </pc:picChg>
        <pc:cxnChg chg="add del">
          <ac:chgData name="CHARAN VR" userId="67deae2228444897" providerId="Windows Live" clId="Web-{32C1B585-7359-417B-AC5D-5654FDC1D6A8}" dt="2026-03-12T16:49:04.877" v="631"/>
          <ac:cxnSpMkLst>
            <pc:docMk/>
            <pc:sldMk cId="846236369" sldId="268"/>
            <ac:cxnSpMk id="21" creationId="{1503BFE4-729B-D9D0-C17B-501E6AF1127A}"/>
          </ac:cxnSpMkLst>
        </pc:cxnChg>
      </pc:sldChg>
      <pc:sldChg chg="addSp delSp modSp mod setBg">
        <pc:chgData name="CHARAN VR" userId="67deae2228444897" providerId="Windows Live" clId="Web-{32C1B585-7359-417B-AC5D-5654FDC1D6A8}" dt="2026-03-12T16:52:05.910" v="637"/>
        <pc:sldMkLst>
          <pc:docMk/>
          <pc:sldMk cId="1030667581" sldId="269"/>
        </pc:sldMkLst>
        <pc:spChg chg="mod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2" creationId="{E5975FD1-3995-5BD0-EE1B-544466CB7D31}"/>
          </ac:spMkLst>
        </pc:spChg>
        <pc:spChg chg="mod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3" creationId="{0AD64BF0-1E5B-3039-788D-2307F1701DA0}"/>
          </ac:spMkLst>
        </pc:spChg>
        <pc:spChg chg="add del">
          <ac:chgData name="CHARAN VR" userId="67deae2228444897" providerId="Windows Live" clId="Web-{32C1B585-7359-417B-AC5D-5654FDC1D6A8}" dt="2026-03-12T16:50:32.816" v="632"/>
          <ac:spMkLst>
            <pc:docMk/>
            <pc:sldMk cId="1030667581" sldId="269"/>
            <ac:spMk id="8" creationId="{777A147A-9ED8-46B4-8660-1B3C2AA880B5}"/>
          </ac:spMkLst>
        </pc:spChg>
        <pc:spChg chg="add del">
          <ac:chgData name="CHARAN VR" userId="67deae2228444897" providerId="Windows Live" clId="Web-{32C1B585-7359-417B-AC5D-5654FDC1D6A8}" dt="2026-03-12T16:50:32.816" v="632"/>
          <ac:spMkLst>
            <pc:docMk/>
            <pc:sldMk cId="1030667581" sldId="269"/>
            <ac:spMk id="10" creationId="{5D6C15A0-C087-4593-8414-2B4EC1CDC3DE}"/>
          </ac:spMkLst>
        </pc:spChg>
        <pc:spChg chg="add del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15" creationId="{84697CDA-BDB7-4883-B48B-1D4EDB2F0E93}"/>
          </ac:spMkLst>
        </pc:spChg>
        <pc:spChg chg="add del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17" creationId="{11026190-6B62-46DB-B5FF-9E0FF9BDCDC6}"/>
          </ac:spMkLst>
        </pc:spChg>
        <pc:spChg chg="add del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19" creationId="{66DA0389-D66E-4727-8EFB-E60E6C412FC8}"/>
          </ac:spMkLst>
        </pc:spChg>
        <pc:spChg chg="add del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21" creationId="{B24A3A03-2C4E-45B5-B388-FAD638CDF0A1}"/>
          </ac:spMkLst>
        </pc:spChg>
        <pc:spChg chg="add del">
          <ac:chgData name="CHARAN VR" userId="67deae2228444897" providerId="Windows Live" clId="Web-{32C1B585-7359-417B-AC5D-5654FDC1D6A8}" dt="2026-03-12T16:52:03.239" v="634"/>
          <ac:spMkLst>
            <pc:docMk/>
            <pc:sldMk cId="1030667581" sldId="269"/>
            <ac:spMk id="26" creationId="{D038248A-211C-4EEC-8401-C761B929FB52}"/>
          </ac:spMkLst>
        </pc:spChg>
        <pc:spChg chg="add del">
          <ac:chgData name="CHARAN VR" userId="67deae2228444897" providerId="Windows Live" clId="Web-{32C1B585-7359-417B-AC5D-5654FDC1D6A8}" dt="2026-03-12T16:52:03.239" v="634"/>
          <ac:spMkLst>
            <pc:docMk/>
            <pc:sldMk cId="1030667581" sldId="269"/>
            <ac:spMk id="28" creationId="{C30A849F-66D9-40C8-BEC8-35AFF8F4568F}"/>
          </ac:spMkLst>
        </pc:spChg>
        <pc:spChg chg="add del">
          <ac:chgData name="CHARAN VR" userId="67deae2228444897" providerId="Windows Live" clId="Web-{32C1B585-7359-417B-AC5D-5654FDC1D6A8}" dt="2026-03-12T16:52:05.879" v="636"/>
          <ac:spMkLst>
            <pc:docMk/>
            <pc:sldMk cId="1030667581" sldId="269"/>
            <ac:spMk id="42" creationId="{84697CDA-BDB7-4883-B48B-1D4EDB2F0E93}"/>
          </ac:spMkLst>
        </pc:spChg>
        <pc:spChg chg="add del">
          <ac:chgData name="CHARAN VR" userId="67deae2228444897" providerId="Windows Live" clId="Web-{32C1B585-7359-417B-AC5D-5654FDC1D6A8}" dt="2026-03-12T16:52:05.879" v="636"/>
          <ac:spMkLst>
            <pc:docMk/>
            <pc:sldMk cId="1030667581" sldId="269"/>
            <ac:spMk id="43" creationId="{6295B176-FA0E-4B6A-A190-5E2E82BEA57A}"/>
          </ac:spMkLst>
        </pc:spChg>
        <pc:spChg chg="add del">
          <ac:chgData name="CHARAN VR" userId="67deae2228444897" providerId="Windows Live" clId="Web-{32C1B585-7359-417B-AC5D-5654FDC1D6A8}" dt="2026-03-12T16:52:05.879" v="636"/>
          <ac:spMkLst>
            <pc:docMk/>
            <pc:sldMk cId="1030667581" sldId="269"/>
            <ac:spMk id="44" creationId="{48F779DE-4744-42D6-9C74-33EC94460CCC}"/>
          </ac:spMkLst>
        </pc:spChg>
        <pc:spChg chg="add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46" creationId="{C9A36457-A5F4-4103-A443-02581C09185B}"/>
          </ac:spMkLst>
        </pc:spChg>
        <pc:spChg chg="add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47" creationId="{DC5FB7E8-B636-40FA-BE8D-48145C0F5C57}"/>
          </ac:spMkLst>
        </pc:spChg>
        <pc:spChg chg="add">
          <ac:chgData name="CHARAN VR" userId="67deae2228444897" providerId="Windows Live" clId="Web-{32C1B585-7359-417B-AC5D-5654FDC1D6A8}" dt="2026-03-12T16:52:05.910" v="637"/>
          <ac:spMkLst>
            <pc:docMk/>
            <pc:sldMk cId="1030667581" sldId="269"/>
            <ac:spMk id="48" creationId="{142DCE2C-2863-46FA-9BE7-24365A24D9BA}"/>
          </ac:spMkLst>
        </pc:spChg>
        <pc:grpChg chg="add del">
          <ac:chgData name="CHARAN VR" userId="67deae2228444897" providerId="Windows Live" clId="Web-{32C1B585-7359-417B-AC5D-5654FDC1D6A8}" dt="2026-03-12T16:52:03.239" v="634"/>
          <ac:grpSpMkLst>
            <pc:docMk/>
            <pc:sldMk cId="1030667581" sldId="269"/>
            <ac:grpSpMk id="30" creationId="{04542298-A2B1-480F-A11C-A40EDD19B857}"/>
          </ac:grpSpMkLst>
        </pc:grpChg>
        <pc:grpChg chg="add del">
          <ac:chgData name="CHARAN VR" userId="67deae2228444897" providerId="Windows Live" clId="Web-{32C1B585-7359-417B-AC5D-5654FDC1D6A8}" dt="2026-03-12T16:52:03.239" v="634"/>
          <ac:grpSpMkLst>
            <pc:docMk/>
            <pc:sldMk cId="1030667581" sldId="269"/>
            <ac:grpSpMk id="36" creationId="{2A5C9C35-2375-49EB-B99C-17C87D42FE7C}"/>
          </ac:grpSpMkLst>
        </pc:grpChg>
      </pc:sldChg>
      <pc:sldChg chg="addSp delSp modSp mod setBg">
        <pc:chgData name="CHARAN VR" userId="67deae2228444897" providerId="Windows Live" clId="Web-{32C1B585-7359-417B-AC5D-5654FDC1D6A8}" dt="2026-03-12T16:53:28.067" v="640"/>
        <pc:sldMkLst>
          <pc:docMk/>
          <pc:sldMk cId="3598721893" sldId="271"/>
        </pc:sldMkLst>
        <pc:spChg chg="mod">
          <ac:chgData name="CHARAN VR" userId="67deae2228444897" providerId="Windows Live" clId="Web-{32C1B585-7359-417B-AC5D-5654FDC1D6A8}" dt="2026-03-12T16:53:28.067" v="640"/>
          <ac:spMkLst>
            <pc:docMk/>
            <pc:sldMk cId="3598721893" sldId="271"/>
            <ac:spMk id="2" creationId="{1495DDBF-266E-E75E-38AF-DC20CD201AF5}"/>
          </ac:spMkLst>
        </pc:spChg>
        <pc:spChg chg="add del">
          <ac:chgData name="CHARAN VR" userId="67deae2228444897" providerId="Windows Live" clId="Web-{32C1B585-7359-417B-AC5D-5654FDC1D6A8}" dt="2026-03-12T16:53:28.067" v="640"/>
          <ac:spMkLst>
            <pc:docMk/>
            <pc:sldMk cId="3598721893" sldId="271"/>
            <ac:spMk id="7" creationId="{943CAA20-3569-4189-9E48-239A229A86CA}"/>
          </ac:spMkLst>
        </pc:spChg>
        <pc:spChg chg="add del">
          <ac:chgData name="CHARAN VR" userId="67deae2228444897" providerId="Windows Live" clId="Web-{32C1B585-7359-417B-AC5D-5654FDC1D6A8}" dt="2026-03-12T16:53:28.067" v="640"/>
          <ac:spMkLst>
            <pc:docMk/>
            <pc:sldMk cId="3598721893" sldId="271"/>
            <ac:spMk id="9" creationId="{DA542B6D-E775-4832-91DC-2D20F857813A}"/>
          </ac:spMkLst>
        </pc:spChg>
        <pc:spChg chg="add">
          <ac:chgData name="CHARAN VR" userId="67deae2228444897" providerId="Windows Live" clId="Web-{32C1B585-7359-417B-AC5D-5654FDC1D6A8}" dt="2026-03-12T16:53:28.067" v="640"/>
          <ac:spMkLst>
            <pc:docMk/>
            <pc:sldMk cId="3598721893" sldId="271"/>
            <ac:spMk id="14" creationId="{FFD48BC7-DC40-47DE-87EE-9F4B6ECB9ABB}"/>
          </ac:spMkLst>
        </pc:spChg>
        <pc:spChg chg="add">
          <ac:chgData name="CHARAN VR" userId="67deae2228444897" providerId="Windows Live" clId="Web-{32C1B585-7359-417B-AC5D-5654FDC1D6A8}" dt="2026-03-12T16:53:28.067" v="640"/>
          <ac:spMkLst>
            <pc:docMk/>
            <pc:sldMk cId="3598721893" sldId="271"/>
            <ac:spMk id="16" creationId="{E502BBC7-2C76-46F3-BC24-5985BC13DB88}"/>
          </ac:spMkLst>
        </pc:spChg>
        <pc:spChg chg="add del">
          <ac:chgData name="CHARAN VR" userId="67deae2228444897" providerId="Windows Live" clId="Web-{32C1B585-7359-417B-AC5D-5654FDC1D6A8}" dt="2026-03-12T16:53:28.052" v="639"/>
          <ac:spMkLst>
            <pc:docMk/>
            <pc:sldMk cId="3598721893" sldId="271"/>
            <ac:spMk id="18" creationId="{74751229-0244-4FBB-BED1-407467F4C951}"/>
          </ac:spMkLst>
        </pc:spChg>
        <pc:spChg chg="add">
          <ac:chgData name="CHARAN VR" userId="67deae2228444897" providerId="Windows Live" clId="Web-{32C1B585-7359-417B-AC5D-5654FDC1D6A8}" dt="2026-03-12T16:53:28.067" v="640"/>
          <ac:spMkLst>
            <pc:docMk/>
            <pc:sldMk cId="3598721893" sldId="271"/>
            <ac:spMk id="20" creationId="{3629484E-3792-4B3D-89AD-7C8A1ED0E0D4}"/>
          </ac:spMkLst>
        </pc:spChg>
        <pc:spChg chg="add">
          <ac:chgData name="CHARAN VR" userId="67deae2228444897" providerId="Windows Live" clId="Web-{32C1B585-7359-417B-AC5D-5654FDC1D6A8}" dt="2026-03-12T16:53:28.067" v="640"/>
          <ac:spMkLst>
            <pc:docMk/>
            <pc:sldMk cId="3598721893" sldId="271"/>
            <ac:spMk id="21" creationId="{C7F28D52-2A5F-4D23-81AE-7CB8B591C7AF}"/>
          </ac:spMkLst>
        </pc:spChg>
        <pc:picChg chg="add del">
          <ac:chgData name="CHARAN VR" userId="67deae2228444897" providerId="Windows Live" clId="Web-{32C1B585-7359-417B-AC5D-5654FDC1D6A8}" dt="2026-03-12T16:53:28.052" v="639"/>
          <ac:picMkLst>
            <pc:docMk/>
            <pc:sldMk cId="3598721893" sldId="271"/>
            <ac:picMk id="13" creationId="{893B15E3-8E40-7310-C753-7BC881EF8FD7}"/>
          </ac:picMkLst>
        </pc:picChg>
        <pc:picChg chg="add del">
          <ac:chgData name="CHARAN VR" userId="67deae2228444897" providerId="Windows Live" clId="Web-{32C1B585-7359-417B-AC5D-5654FDC1D6A8}" dt="2026-03-12T16:53:28.052" v="639"/>
          <ac:picMkLst>
            <pc:docMk/>
            <pc:sldMk cId="3598721893" sldId="271"/>
            <ac:picMk id="15" creationId="{D545C01F-427B-48E3-9BCF-3B24F2A1A32C}"/>
          </ac:picMkLst>
        </pc:picChg>
      </pc:sldChg>
      <pc:sldChg chg="modSp new del">
        <pc:chgData name="CHARAN VR" userId="67deae2228444897" providerId="Windows Live" clId="Web-{32C1B585-7359-417B-AC5D-5654FDC1D6A8}" dt="2026-03-12T15:57:33.136" v="18"/>
        <pc:sldMkLst>
          <pc:docMk/>
          <pc:sldMk cId="799307101" sldId="272"/>
        </pc:sldMkLst>
        <pc:spChg chg="mod">
          <ac:chgData name="CHARAN VR" userId="67deae2228444897" providerId="Windows Live" clId="Web-{32C1B585-7359-417B-AC5D-5654FDC1D6A8}" dt="2026-03-12T15:56:55.135" v="15" actId="20577"/>
          <ac:spMkLst>
            <pc:docMk/>
            <pc:sldMk cId="799307101" sldId="272"/>
            <ac:spMk id="2" creationId="{1B66A98F-72C0-5AC6-1B2F-8E966F2C9AA5}"/>
          </ac:spMkLst>
        </pc:spChg>
        <pc:spChg chg="mod">
          <ac:chgData name="CHARAN VR" userId="67deae2228444897" providerId="Windows Live" clId="Web-{32C1B585-7359-417B-AC5D-5654FDC1D6A8}" dt="2026-03-12T15:57:06.948" v="16" actId="14100"/>
          <ac:spMkLst>
            <pc:docMk/>
            <pc:sldMk cId="799307101" sldId="272"/>
            <ac:spMk id="3" creationId="{86497A9A-C151-D8A5-A750-49C0B62973DF}"/>
          </ac:spMkLst>
        </pc:spChg>
        <pc:spChg chg="mod">
          <ac:chgData name="CHARAN VR" userId="67deae2228444897" providerId="Windows Live" clId="Web-{32C1B585-7359-417B-AC5D-5654FDC1D6A8}" dt="2026-03-12T15:57:12.307" v="17" actId="14100"/>
          <ac:spMkLst>
            <pc:docMk/>
            <pc:sldMk cId="799307101" sldId="272"/>
            <ac:spMk id="5" creationId="{BC5B769D-A016-EB63-B674-8402BC71387A}"/>
          </ac:spMkLst>
        </pc:spChg>
      </pc:sldChg>
      <pc:sldChg chg="modSp new del">
        <pc:chgData name="CHARAN VR" userId="67deae2228444897" providerId="Windows Live" clId="Web-{32C1B585-7359-417B-AC5D-5654FDC1D6A8}" dt="2026-03-12T15:55:09.852" v="3"/>
        <pc:sldMkLst>
          <pc:docMk/>
          <pc:sldMk cId="1675000371" sldId="272"/>
        </pc:sldMkLst>
        <pc:spChg chg="mod">
          <ac:chgData name="CHARAN VR" userId="67deae2228444897" providerId="Windows Live" clId="Web-{32C1B585-7359-417B-AC5D-5654FDC1D6A8}" dt="2026-03-12T15:55:05.883" v="2" actId="20577"/>
          <ac:spMkLst>
            <pc:docMk/>
            <pc:sldMk cId="1675000371" sldId="272"/>
            <ac:spMk id="2" creationId="{B921547A-5D95-1CBF-3EE0-8C8C20725496}"/>
          </ac:spMkLst>
        </pc:spChg>
      </pc:sldChg>
      <pc:sldChg chg="modSp new del">
        <pc:chgData name="CHARAN VR" userId="67deae2228444897" providerId="Windows Live" clId="Web-{32C1B585-7359-417B-AC5D-5654FDC1D6A8}" dt="2026-03-12T15:59:35.747" v="32"/>
        <pc:sldMkLst>
          <pc:docMk/>
          <pc:sldMk cId="1687705575" sldId="272"/>
        </pc:sldMkLst>
        <pc:spChg chg="mod">
          <ac:chgData name="CHARAN VR" userId="67deae2228444897" providerId="Windows Live" clId="Web-{32C1B585-7359-417B-AC5D-5654FDC1D6A8}" dt="2026-03-12T15:58:36.590" v="25" actId="20577"/>
          <ac:spMkLst>
            <pc:docMk/>
            <pc:sldMk cId="1687705575" sldId="272"/>
            <ac:spMk id="2" creationId="{895219FB-2FD0-C551-7FEF-5CAD5694A862}"/>
          </ac:spMkLst>
        </pc:spChg>
        <pc:spChg chg="mod">
          <ac:chgData name="CHARAN VR" userId="67deae2228444897" providerId="Windows Live" clId="Web-{32C1B585-7359-417B-AC5D-5654FDC1D6A8}" dt="2026-03-12T15:59:18.997" v="31" actId="14100"/>
          <ac:spMkLst>
            <pc:docMk/>
            <pc:sldMk cId="1687705575" sldId="272"/>
            <ac:spMk id="3" creationId="{A3583FB8-A568-DF6A-9077-2CF5E62DE9DE}"/>
          </ac:spMkLst>
        </pc:spChg>
        <pc:spChg chg="mod">
          <ac:chgData name="CHARAN VR" userId="67deae2228444897" providerId="Windows Live" clId="Web-{32C1B585-7359-417B-AC5D-5654FDC1D6A8}" dt="2026-03-12T15:59:06.372" v="29" actId="14100"/>
          <ac:spMkLst>
            <pc:docMk/>
            <pc:sldMk cId="1687705575" sldId="272"/>
            <ac:spMk id="4" creationId="{4EF50929-1137-BFEC-55F5-AB2A131574CA}"/>
          </ac:spMkLst>
        </pc:spChg>
      </pc:sldChg>
      <pc:sldChg chg="modSp new del">
        <pc:chgData name="CHARAN VR" userId="67deae2228444897" providerId="Windows Live" clId="Web-{32C1B585-7359-417B-AC5D-5654FDC1D6A8}" dt="2026-03-12T15:56:22.916" v="11"/>
        <pc:sldMkLst>
          <pc:docMk/>
          <pc:sldMk cId="2868549952" sldId="272"/>
        </pc:sldMkLst>
        <pc:spChg chg="mod">
          <ac:chgData name="CHARAN VR" userId="67deae2228444897" providerId="Windows Live" clId="Web-{32C1B585-7359-417B-AC5D-5654FDC1D6A8}" dt="2026-03-12T15:55:55.884" v="9" actId="14100"/>
          <ac:spMkLst>
            <pc:docMk/>
            <pc:sldMk cId="2868549952" sldId="272"/>
            <ac:spMk id="2" creationId="{D534279C-CEE6-1144-FC7D-93C3ADB5C8ED}"/>
          </ac:spMkLst>
        </pc:spChg>
        <pc:spChg chg="mod">
          <ac:chgData name="CHARAN VR" userId="67deae2228444897" providerId="Windows Live" clId="Web-{32C1B585-7359-417B-AC5D-5654FDC1D6A8}" dt="2026-03-12T15:56:03.040" v="10" actId="14100"/>
          <ac:spMkLst>
            <pc:docMk/>
            <pc:sldMk cId="2868549952" sldId="272"/>
            <ac:spMk id="3" creationId="{BBB27EB5-FAA8-BF99-52C7-ABCBEEF7D400}"/>
          </ac:spMkLst>
        </pc:spChg>
        <pc:spChg chg="mod">
          <ac:chgData name="CHARAN VR" userId="67deae2228444897" providerId="Windows Live" clId="Web-{32C1B585-7359-417B-AC5D-5654FDC1D6A8}" dt="2026-03-12T15:55:37.009" v="6" actId="14100"/>
          <ac:spMkLst>
            <pc:docMk/>
            <pc:sldMk cId="2868549952" sldId="272"/>
            <ac:spMk id="4" creationId="{00582EF1-A01B-2361-5FCF-579CC210476B}"/>
          </ac:spMkLst>
        </pc:spChg>
      </pc:sldChg>
      <pc:sldChg chg="addSp modSp new del">
        <pc:chgData name="CHARAN VR" userId="67deae2228444897" providerId="Windows Live" clId="Web-{32C1B585-7359-417B-AC5D-5654FDC1D6A8}" dt="2026-03-12T16:11:42.323" v="331"/>
        <pc:sldMkLst>
          <pc:docMk/>
          <pc:sldMk cId="3591336752" sldId="272"/>
        </pc:sldMkLst>
        <pc:spChg chg="add mod">
          <ac:chgData name="CHARAN VR" userId="67deae2228444897" providerId="Windows Live" clId="Web-{32C1B585-7359-417B-AC5D-5654FDC1D6A8}" dt="2026-03-12T16:10:41.649" v="326" actId="14100"/>
          <ac:spMkLst>
            <pc:docMk/>
            <pc:sldMk cId="3591336752" sldId="272"/>
            <ac:spMk id="2" creationId="{2AF940EE-A64B-CFDB-897F-BE64CB014EAE}"/>
          </ac:spMkLst>
        </pc:spChg>
        <pc:spChg chg="add mod">
          <ac:chgData name="CHARAN VR" userId="67deae2228444897" providerId="Windows Live" clId="Web-{32C1B585-7359-417B-AC5D-5654FDC1D6A8}" dt="2026-03-12T16:02:30.343" v="60" actId="20577"/>
          <ac:spMkLst>
            <pc:docMk/>
            <pc:sldMk cId="3591336752" sldId="272"/>
            <ac:spMk id="3" creationId="{68095945-3E31-5EC1-A42A-25B4547F887F}"/>
          </ac:spMkLst>
        </pc:spChg>
        <pc:spChg chg="add mod">
          <ac:chgData name="CHARAN VR" userId="67deae2228444897" providerId="Windows Live" clId="Web-{32C1B585-7359-417B-AC5D-5654FDC1D6A8}" dt="2026-03-12T16:11:35.119" v="330" actId="20577"/>
          <ac:spMkLst>
            <pc:docMk/>
            <pc:sldMk cId="3591336752" sldId="272"/>
            <ac:spMk id="4" creationId="{1E2C2F3E-3738-D00E-4C2A-E97721DF8203}"/>
          </ac:spMkLst>
        </pc:spChg>
        <pc:spChg chg="add mod">
          <ac:chgData name="CHARAN VR" userId="67deae2228444897" providerId="Windows Live" clId="Web-{32C1B585-7359-417B-AC5D-5654FDC1D6A8}" dt="2026-03-12T16:03:22.316" v="70" actId="1076"/>
          <ac:spMkLst>
            <pc:docMk/>
            <pc:sldMk cId="3591336752" sldId="272"/>
            <ac:spMk id="5" creationId="{EDD5676E-DFBA-E6D6-0BD4-60406C4B5B1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5FC47F-9528-49AA-B6B6-0DA2F0C05F6A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C28C58-88D7-447A-A9A7-CA3A4C2D84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Identify employees who are more likely to leave the company.</a:t>
          </a:r>
          <a:r>
            <a:rPr lang="en-US"/>
            <a:t>                                                                        </a:t>
          </a:r>
        </a:p>
      </dgm:t>
    </dgm:pt>
    <dgm:pt modelId="{586F9D80-5085-4927-BD27-9D897F65783C}" type="parTrans" cxnId="{9AD70005-EFF0-44E5-91BC-8BDF5BCC5669}">
      <dgm:prSet/>
      <dgm:spPr/>
      <dgm:t>
        <a:bodyPr/>
        <a:lstStyle/>
        <a:p>
          <a:endParaRPr lang="en-US"/>
        </a:p>
      </dgm:t>
    </dgm:pt>
    <dgm:pt modelId="{2079F04A-A072-4580-A089-E8B161121E39}" type="sibTrans" cxnId="{9AD70005-EFF0-44E5-91BC-8BDF5BCC5669}">
      <dgm:prSet/>
      <dgm:spPr/>
      <dgm:t>
        <a:bodyPr/>
        <a:lstStyle/>
        <a:p>
          <a:endParaRPr lang="en-US"/>
        </a:p>
      </dgm:t>
    </dgm:pt>
    <dgm:pt modelId="{15985695-9010-402A-9D0E-8B6BB661BC6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Analyze factors contributing to employee attrition.</a:t>
          </a:r>
          <a:endParaRPr lang="en-US"/>
        </a:p>
      </dgm:t>
    </dgm:pt>
    <dgm:pt modelId="{736701B0-1CDC-471E-89B0-2FBDE7BE2616}" type="parTrans" cxnId="{86B82A30-EA69-4FC4-9C19-F5EB55935B2F}">
      <dgm:prSet/>
      <dgm:spPr/>
      <dgm:t>
        <a:bodyPr/>
        <a:lstStyle/>
        <a:p>
          <a:endParaRPr lang="en-US"/>
        </a:p>
      </dgm:t>
    </dgm:pt>
    <dgm:pt modelId="{7A65E2BF-15CF-4D67-9672-4EC357514186}" type="sibTrans" cxnId="{86B82A30-EA69-4FC4-9C19-F5EB55935B2F}">
      <dgm:prSet/>
      <dgm:spPr/>
      <dgm:t>
        <a:bodyPr/>
        <a:lstStyle/>
        <a:p>
          <a:endParaRPr lang="en-US"/>
        </a:p>
      </dgm:t>
    </dgm:pt>
    <dgm:pt modelId="{ED9B36F9-1518-42C1-92A0-A80FC9FF20E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Provide insights to help HR teams take actions to improve employee retention and workplace satisfaction.</a:t>
          </a:r>
          <a:endParaRPr lang="en-US"/>
        </a:p>
      </dgm:t>
    </dgm:pt>
    <dgm:pt modelId="{325244F9-0FFF-4EC6-AF4D-931A1605A376}" type="parTrans" cxnId="{780CE93A-1D52-40CF-B82A-028980FC2814}">
      <dgm:prSet/>
      <dgm:spPr/>
      <dgm:t>
        <a:bodyPr/>
        <a:lstStyle/>
        <a:p>
          <a:endParaRPr lang="en-US"/>
        </a:p>
      </dgm:t>
    </dgm:pt>
    <dgm:pt modelId="{8B2AE50C-962C-4098-AB3A-863990BF3707}" type="sibTrans" cxnId="{780CE93A-1D52-40CF-B82A-028980FC2814}">
      <dgm:prSet/>
      <dgm:spPr/>
      <dgm:t>
        <a:bodyPr/>
        <a:lstStyle/>
        <a:p>
          <a:endParaRPr lang="en-US"/>
        </a:p>
      </dgm:t>
    </dgm:pt>
    <dgm:pt modelId="{A4DED091-874C-4479-92BF-DCC63480151C}" type="pres">
      <dgm:prSet presAssocID="{465FC47F-9528-49AA-B6B6-0DA2F0C05F6A}" presName="root" presStyleCnt="0">
        <dgm:presLayoutVars>
          <dgm:dir/>
          <dgm:resizeHandles val="exact"/>
        </dgm:presLayoutVars>
      </dgm:prSet>
      <dgm:spPr/>
    </dgm:pt>
    <dgm:pt modelId="{FAB9EB39-99B9-43D2-8B1C-3D5490BD473D}" type="pres">
      <dgm:prSet presAssocID="{EDC28C58-88D7-447A-A9A7-CA3A4C2D843D}" presName="compNode" presStyleCnt="0"/>
      <dgm:spPr/>
    </dgm:pt>
    <dgm:pt modelId="{41179B9A-F4F2-43F4-B1A8-C549F43D4B56}" type="pres">
      <dgm:prSet presAssocID="{EDC28C58-88D7-447A-A9A7-CA3A4C2D843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032038C-22E1-4697-974F-AC3C00BF167C}" type="pres">
      <dgm:prSet presAssocID="{EDC28C58-88D7-447A-A9A7-CA3A4C2D84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EFA3531-5DD2-4295-ABCF-F3620D4A48F7}" type="pres">
      <dgm:prSet presAssocID="{EDC28C58-88D7-447A-A9A7-CA3A4C2D843D}" presName="spaceRect" presStyleCnt="0"/>
      <dgm:spPr/>
    </dgm:pt>
    <dgm:pt modelId="{F7254E8C-B0F2-460E-A95C-CCAD74FEA7B2}" type="pres">
      <dgm:prSet presAssocID="{EDC28C58-88D7-447A-A9A7-CA3A4C2D843D}" presName="textRect" presStyleLbl="revTx" presStyleIdx="0" presStyleCnt="3">
        <dgm:presLayoutVars>
          <dgm:chMax val="1"/>
          <dgm:chPref val="1"/>
        </dgm:presLayoutVars>
      </dgm:prSet>
      <dgm:spPr/>
    </dgm:pt>
    <dgm:pt modelId="{0209B1C5-E1F7-47E9-B607-0E101DA2C168}" type="pres">
      <dgm:prSet presAssocID="{2079F04A-A072-4580-A089-E8B161121E39}" presName="sibTrans" presStyleCnt="0"/>
      <dgm:spPr/>
    </dgm:pt>
    <dgm:pt modelId="{0BF89596-8B52-45E5-87C4-CC423FFD52C8}" type="pres">
      <dgm:prSet presAssocID="{15985695-9010-402A-9D0E-8B6BB661BC61}" presName="compNode" presStyleCnt="0"/>
      <dgm:spPr/>
    </dgm:pt>
    <dgm:pt modelId="{564365B5-5970-45AD-995C-02DDB5F34E26}" type="pres">
      <dgm:prSet presAssocID="{15985695-9010-402A-9D0E-8B6BB661BC6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AAEBFA5-FADC-4772-8275-4533DF9514F8}" type="pres">
      <dgm:prSet presAssocID="{15985695-9010-402A-9D0E-8B6BB661BC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D0464BE-9A31-4E08-9477-6174B45604DF}" type="pres">
      <dgm:prSet presAssocID="{15985695-9010-402A-9D0E-8B6BB661BC61}" presName="spaceRect" presStyleCnt="0"/>
      <dgm:spPr/>
    </dgm:pt>
    <dgm:pt modelId="{70CB9BA1-32AC-4E7E-A47F-1D8A42DE4475}" type="pres">
      <dgm:prSet presAssocID="{15985695-9010-402A-9D0E-8B6BB661BC61}" presName="textRect" presStyleLbl="revTx" presStyleIdx="1" presStyleCnt="3">
        <dgm:presLayoutVars>
          <dgm:chMax val="1"/>
          <dgm:chPref val="1"/>
        </dgm:presLayoutVars>
      </dgm:prSet>
      <dgm:spPr/>
    </dgm:pt>
    <dgm:pt modelId="{9371693C-8703-41B8-8468-41668FC9FB81}" type="pres">
      <dgm:prSet presAssocID="{7A65E2BF-15CF-4D67-9672-4EC357514186}" presName="sibTrans" presStyleCnt="0"/>
      <dgm:spPr/>
    </dgm:pt>
    <dgm:pt modelId="{3EAB9D1A-3613-428E-9EA6-8CC4FAEBE33B}" type="pres">
      <dgm:prSet presAssocID="{ED9B36F9-1518-42C1-92A0-A80FC9FF20E1}" presName="compNode" presStyleCnt="0"/>
      <dgm:spPr/>
    </dgm:pt>
    <dgm:pt modelId="{D3679D37-4AEB-4172-9F43-261B255967F7}" type="pres">
      <dgm:prSet presAssocID="{ED9B36F9-1518-42C1-92A0-A80FC9FF20E1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9BECF41-6BF5-451C-A585-3C3890A9349C}" type="pres">
      <dgm:prSet presAssocID="{ED9B36F9-1518-42C1-92A0-A80FC9FF20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821983C-2870-4FBC-8F26-B8DB5CDC5683}" type="pres">
      <dgm:prSet presAssocID="{ED9B36F9-1518-42C1-92A0-A80FC9FF20E1}" presName="spaceRect" presStyleCnt="0"/>
      <dgm:spPr/>
    </dgm:pt>
    <dgm:pt modelId="{0ACA9E80-790C-4B75-B784-DE09BAE03516}" type="pres">
      <dgm:prSet presAssocID="{ED9B36F9-1518-42C1-92A0-A80FC9FF20E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D70005-EFF0-44E5-91BC-8BDF5BCC5669}" srcId="{465FC47F-9528-49AA-B6B6-0DA2F0C05F6A}" destId="{EDC28C58-88D7-447A-A9A7-CA3A4C2D843D}" srcOrd="0" destOrd="0" parTransId="{586F9D80-5085-4927-BD27-9D897F65783C}" sibTransId="{2079F04A-A072-4580-A089-E8B161121E39}"/>
    <dgm:cxn modelId="{BD065A1E-BBAB-4F85-82E4-158ED33579AF}" type="presOf" srcId="{ED9B36F9-1518-42C1-92A0-A80FC9FF20E1}" destId="{0ACA9E80-790C-4B75-B784-DE09BAE03516}" srcOrd="0" destOrd="0" presId="urn:microsoft.com/office/officeart/2018/5/layout/IconLeafLabelList"/>
    <dgm:cxn modelId="{86B82A30-EA69-4FC4-9C19-F5EB55935B2F}" srcId="{465FC47F-9528-49AA-B6B6-0DA2F0C05F6A}" destId="{15985695-9010-402A-9D0E-8B6BB661BC61}" srcOrd="1" destOrd="0" parTransId="{736701B0-1CDC-471E-89B0-2FBDE7BE2616}" sibTransId="{7A65E2BF-15CF-4D67-9672-4EC357514186}"/>
    <dgm:cxn modelId="{FE9DC530-9B16-49C7-8192-7C86058F47D8}" type="presOf" srcId="{15985695-9010-402A-9D0E-8B6BB661BC61}" destId="{70CB9BA1-32AC-4E7E-A47F-1D8A42DE4475}" srcOrd="0" destOrd="0" presId="urn:microsoft.com/office/officeart/2018/5/layout/IconLeafLabelList"/>
    <dgm:cxn modelId="{AC92A037-8B15-469B-A77B-DA8CAC3D3031}" type="presOf" srcId="{465FC47F-9528-49AA-B6B6-0DA2F0C05F6A}" destId="{A4DED091-874C-4479-92BF-DCC63480151C}" srcOrd="0" destOrd="0" presId="urn:microsoft.com/office/officeart/2018/5/layout/IconLeafLabelList"/>
    <dgm:cxn modelId="{780CE93A-1D52-40CF-B82A-028980FC2814}" srcId="{465FC47F-9528-49AA-B6B6-0DA2F0C05F6A}" destId="{ED9B36F9-1518-42C1-92A0-A80FC9FF20E1}" srcOrd="2" destOrd="0" parTransId="{325244F9-0FFF-4EC6-AF4D-931A1605A376}" sibTransId="{8B2AE50C-962C-4098-AB3A-863990BF3707}"/>
    <dgm:cxn modelId="{271FC4AA-1D75-412E-BCF0-E8C601370FDF}" type="presOf" srcId="{EDC28C58-88D7-447A-A9A7-CA3A4C2D843D}" destId="{F7254E8C-B0F2-460E-A95C-CCAD74FEA7B2}" srcOrd="0" destOrd="0" presId="urn:microsoft.com/office/officeart/2018/5/layout/IconLeafLabelList"/>
    <dgm:cxn modelId="{70FC5D6B-3E86-467B-A7A9-D340D72716E7}" type="presParOf" srcId="{A4DED091-874C-4479-92BF-DCC63480151C}" destId="{FAB9EB39-99B9-43D2-8B1C-3D5490BD473D}" srcOrd="0" destOrd="0" presId="urn:microsoft.com/office/officeart/2018/5/layout/IconLeafLabelList"/>
    <dgm:cxn modelId="{941DDBF8-340C-4C29-BEC1-C0D226527664}" type="presParOf" srcId="{FAB9EB39-99B9-43D2-8B1C-3D5490BD473D}" destId="{41179B9A-F4F2-43F4-B1A8-C549F43D4B56}" srcOrd="0" destOrd="0" presId="urn:microsoft.com/office/officeart/2018/5/layout/IconLeafLabelList"/>
    <dgm:cxn modelId="{7B507813-6ACE-4BD0-9E51-D8CFEA267956}" type="presParOf" srcId="{FAB9EB39-99B9-43D2-8B1C-3D5490BD473D}" destId="{2032038C-22E1-4697-974F-AC3C00BF167C}" srcOrd="1" destOrd="0" presId="urn:microsoft.com/office/officeart/2018/5/layout/IconLeafLabelList"/>
    <dgm:cxn modelId="{582E54BC-1A08-4979-94B3-D9AE0A7E2EB4}" type="presParOf" srcId="{FAB9EB39-99B9-43D2-8B1C-3D5490BD473D}" destId="{5EFA3531-5DD2-4295-ABCF-F3620D4A48F7}" srcOrd="2" destOrd="0" presId="urn:microsoft.com/office/officeart/2018/5/layout/IconLeafLabelList"/>
    <dgm:cxn modelId="{C73C4107-2169-48DE-A71B-AF1B7C984115}" type="presParOf" srcId="{FAB9EB39-99B9-43D2-8B1C-3D5490BD473D}" destId="{F7254E8C-B0F2-460E-A95C-CCAD74FEA7B2}" srcOrd="3" destOrd="0" presId="urn:microsoft.com/office/officeart/2018/5/layout/IconLeafLabelList"/>
    <dgm:cxn modelId="{CBD040E4-2A3E-49BF-9DD5-E037F92876A1}" type="presParOf" srcId="{A4DED091-874C-4479-92BF-DCC63480151C}" destId="{0209B1C5-E1F7-47E9-B607-0E101DA2C168}" srcOrd="1" destOrd="0" presId="urn:microsoft.com/office/officeart/2018/5/layout/IconLeafLabelList"/>
    <dgm:cxn modelId="{4779AEC2-4974-47A6-951A-6FDEA4A7675C}" type="presParOf" srcId="{A4DED091-874C-4479-92BF-DCC63480151C}" destId="{0BF89596-8B52-45E5-87C4-CC423FFD52C8}" srcOrd="2" destOrd="0" presId="urn:microsoft.com/office/officeart/2018/5/layout/IconLeafLabelList"/>
    <dgm:cxn modelId="{C49A3181-F89F-447D-A831-FE70606FFBFC}" type="presParOf" srcId="{0BF89596-8B52-45E5-87C4-CC423FFD52C8}" destId="{564365B5-5970-45AD-995C-02DDB5F34E26}" srcOrd="0" destOrd="0" presId="urn:microsoft.com/office/officeart/2018/5/layout/IconLeafLabelList"/>
    <dgm:cxn modelId="{62B7E6B5-D1F2-44DE-BC16-961C1B84C299}" type="presParOf" srcId="{0BF89596-8B52-45E5-87C4-CC423FFD52C8}" destId="{BAAEBFA5-FADC-4772-8275-4533DF9514F8}" srcOrd="1" destOrd="0" presId="urn:microsoft.com/office/officeart/2018/5/layout/IconLeafLabelList"/>
    <dgm:cxn modelId="{26228A09-2D4F-447B-9A8E-050470C7408D}" type="presParOf" srcId="{0BF89596-8B52-45E5-87C4-CC423FFD52C8}" destId="{ED0464BE-9A31-4E08-9477-6174B45604DF}" srcOrd="2" destOrd="0" presId="urn:microsoft.com/office/officeart/2018/5/layout/IconLeafLabelList"/>
    <dgm:cxn modelId="{8FEC045D-692D-4D35-A22C-0227E4094E41}" type="presParOf" srcId="{0BF89596-8B52-45E5-87C4-CC423FFD52C8}" destId="{70CB9BA1-32AC-4E7E-A47F-1D8A42DE4475}" srcOrd="3" destOrd="0" presId="urn:microsoft.com/office/officeart/2018/5/layout/IconLeafLabelList"/>
    <dgm:cxn modelId="{87839058-0B04-4481-9405-DE92ABCFBF10}" type="presParOf" srcId="{A4DED091-874C-4479-92BF-DCC63480151C}" destId="{9371693C-8703-41B8-8468-41668FC9FB81}" srcOrd="3" destOrd="0" presId="urn:microsoft.com/office/officeart/2018/5/layout/IconLeafLabelList"/>
    <dgm:cxn modelId="{CC3DA1E3-5BA2-4CBD-AA15-B78FB36F3C0A}" type="presParOf" srcId="{A4DED091-874C-4479-92BF-DCC63480151C}" destId="{3EAB9D1A-3613-428E-9EA6-8CC4FAEBE33B}" srcOrd="4" destOrd="0" presId="urn:microsoft.com/office/officeart/2018/5/layout/IconLeafLabelList"/>
    <dgm:cxn modelId="{82E87FF6-6F1C-40E1-A0CE-1E73658DA9AE}" type="presParOf" srcId="{3EAB9D1A-3613-428E-9EA6-8CC4FAEBE33B}" destId="{D3679D37-4AEB-4172-9F43-261B255967F7}" srcOrd="0" destOrd="0" presId="urn:microsoft.com/office/officeart/2018/5/layout/IconLeafLabelList"/>
    <dgm:cxn modelId="{A69F8B9A-D2B4-424A-A304-5514EE092BD6}" type="presParOf" srcId="{3EAB9D1A-3613-428E-9EA6-8CC4FAEBE33B}" destId="{E9BECF41-6BF5-451C-A585-3C3890A9349C}" srcOrd="1" destOrd="0" presId="urn:microsoft.com/office/officeart/2018/5/layout/IconLeafLabelList"/>
    <dgm:cxn modelId="{FB25E1EB-E2F1-4830-86CA-2E869090907E}" type="presParOf" srcId="{3EAB9D1A-3613-428E-9EA6-8CC4FAEBE33B}" destId="{D821983C-2870-4FBC-8F26-B8DB5CDC5683}" srcOrd="2" destOrd="0" presId="urn:microsoft.com/office/officeart/2018/5/layout/IconLeafLabelList"/>
    <dgm:cxn modelId="{B7528BB6-CCE1-431A-BD6A-549571B4CD57}" type="presParOf" srcId="{3EAB9D1A-3613-428E-9EA6-8CC4FAEBE33B}" destId="{0ACA9E80-790C-4B75-B784-DE09BAE0351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79B9A-F4F2-43F4-B1A8-C549F43D4B56}">
      <dsp:nvSpPr>
        <dsp:cNvPr id="0" name=""/>
        <dsp:cNvSpPr/>
      </dsp:nvSpPr>
      <dsp:spPr>
        <a:xfrm>
          <a:off x="714645" y="250325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2038C-22E1-4697-974F-AC3C00BF167C}">
      <dsp:nvSpPr>
        <dsp:cNvPr id="0" name=""/>
        <dsp:cNvSpPr/>
      </dsp:nvSpPr>
      <dsp:spPr>
        <a:xfrm>
          <a:off x="1131458" y="667138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54E8C-B0F2-460E-A95C-CCAD74FEA7B2}">
      <dsp:nvSpPr>
        <dsp:cNvPr id="0" name=""/>
        <dsp:cNvSpPr/>
      </dsp:nvSpPr>
      <dsp:spPr>
        <a:xfrm>
          <a:off x="89426" y="2815326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Identify employees who are more likely to leave the company.</a:t>
          </a:r>
          <a:r>
            <a:rPr lang="en-US" sz="1200" kern="1200"/>
            <a:t>                                                                        </a:t>
          </a:r>
        </a:p>
      </dsp:txBody>
      <dsp:txXfrm>
        <a:off x="89426" y="2815326"/>
        <a:ext cx="3206250" cy="720000"/>
      </dsp:txXfrm>
    </dsp:sp>
    <dsp:sp modelId="{564365B5-5970-45AD-995C-02DDB5F34E26}">
      <dsp:nvSpPr>
        <dsp:cNvPr id="0" name=""/>
        <dsp:cNvSpPr/>
      </dsp:nvSpPr>
      <dsp:spPr>
        <a:xfrm>
          <a:off x="4481989" y="250325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EBFA5-FADC-4772-8275-4533DF9514F8}">
      <dsp:nvSpPr>
        <dsp:cNvPr id="0" name=""/>
        <dsp:cNvSpPr/>
      </dsp:nvSpPr>
      <dsp:spPr>
        <a:xfrm>
          <a:off x="4898801" y="667138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B9BA1-32AC-4E7E-A47F-1D8A42DE4475}">
      <dsp:nvSpPr>
        <dsp:cNvPr id="0" name=""/>
        <dsp:cNvSpPr/>
      </dsp:nvSpPr>
      <dsp:spPr>
        <a:xfrm>
          <a:off x="3856770" y="2815326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Analyze factors contributing to employee attrition.</a:t>
          </a:r>
          <a:endParaRPr lang="en-US" sz="1200" kern="1200"/>
        </a:p>
      </dsp:txBody>
      <dsp:txXfrm>
        <a:off x="3856770" y="2815326"/>
        <a:ext cx="3206250" cy="720000"/>
      </dsp:txXfrm>
    </dsp:sp>
    <dsp:sp modelId="{D3679D37-4AEB-4172-9F43-261B255967F7}">
      <dsp:nvSpPr>
        <dsp:cNvPr id="0" name=""/>
        <dsp:cNvSpPr/>
      </dsp:nvSpPr>
      <dsp:spPr>
        <a:xfrm>
          <a:off x="8249333" y="250325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ECF41-6BF5-451C-A585-3C3890A9349C}">
      <dsp:nvSpPr>
        <dsp:cNvPr id="0" name=""/>
        <dsp:cNvSpPr/>
      </dsp:nvSpPr>
      <dsp:spPr>
        <a:xfrm>
          <a:off x="8666145" y="667138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A9E80-790C-4B75-B784-DE09BAE03516}">
      <dsp:nvSpPr>
        <dsp:cNvPr id="0" name=""/>
        <dsp:cNvSpPr/>
      </dsp:nvSpPr>
      <dsp:spPr>
        <a:xfrm>
          <a:off x="7624114" y="2815326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Provide insights to help HR teams take actions to improve employee retention and workplace satisfaction.</a:t>
          </a:r>
          <a:endParaRPr lang="en-US" sz="1200" kern="1200"/>
        </a:p>
      </dsp:txBody>
      <dsp:txXfrm>
        <a:off x="7624114" y="2815326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F8DC6-6DB1-42C6-9309-22A2C84B241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BA4FB-D8A9-40E3-8C8E-5E94128B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44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1D6C-51CC-B742-60BC-AE0456B29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79D03-DF57-7AEF-D8FC-4AF644191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C97C6-5782-1537-11DE-87E42A79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566D1-7268-2A8B-EBF6-D96BB7DE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80FD3-B055-F968-DFF6-B98E5618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1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3A73-0646-B1E1-5FB4-2722CCBE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908EF-C57E-9A81-DB8B-5C787B51A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21C72-B2F8-54D8-23F0-018D8F14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384B7-6FC1-19F1-77D2-DF2982F8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A0C38-B5C2-4146-CCBE-41A3CB72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15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7499-D387-73FC-85FF-5747987D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D5536-2605-913A-CD42-2C770E08A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64BBC-407F-B58C-ACFE-11EDCDB3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107C-03C4-6E71-4177-479569E5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50942-C541-3465-86C4-F05BEE93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90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F08B-F9C9-25CB-7DD8-8C9C7B8F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6DF9A-921D-E4D6-54FD-E2007D46F7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F663C-FA78-B4A5-899E-F89F15849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B218E-5CA2-A981-646B-C2712074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411FB-49C7-BE90-5049-D3AF6FDB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2677B-0284-105E-2B03-3E1C6DD2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14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09A9-8C5D-B3CA-899A-C7DA20E5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93FE3-3C4A-FBC1-F5DB-30E26E15F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263A5-5AB8-E1A6-425F-EAAA6F75E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9EF0A-D01C-7D41-AB98-81C4A79D3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943F3A-2837-B71A-3D43-7ABE4772A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F8B244-4810-7C6D-CF3F-5921A223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C53BB-83C3-8F77-FD17-37A66F7F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10D87-C52B-5047-C565-25695B7B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4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343A8-48BC-EDFC-18EC-9C0EE6DA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26F23-231C-354F-7002-C21DF6EE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AC064-AFC9-1A19-1410-FA4780D6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B0388-6DF8-EECC-69E8-4D763719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7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A7FA81-3F36-3D48-6519-95536809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A8A8C-17A5-503B-8E82-711FDAA1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D41B5-FDC0-BD67-9F92-059D9140C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28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035A-53D4-60E7-0DDC-9523438E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6E453-561F-E525-AC7F-96A794D98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96746-4141-65BD-450E-3A15EDE1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094C1-282B-0DBF-B04C-1FD3C4AF4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BEC9-C4DF-F55A-C54B-86BA6CF7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7628A-5373-BF38-0E08-60F6FCE7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66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60D6-9802-11AC-095F-406624E6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00D85-30E3-A93A-98D4-ED84D601E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655AA-AF57-FEC9-0CCE-8ED626564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A68C1-8CD5-5B3F-D944-733CEE7C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16099-5D60-05DB-2B34-FE704F13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8EF9C-3EA7-9563-119C-B5FAE4E1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37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38F3-6AFA-3F22-66A3-E7AAAF692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0AA60-E539-3675-8655-4EFFC7918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8B6BF-F36D-506B-85B5-F6CCDB7E6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21F2D-4ADF-3C35-F421-60DF197D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96D31-337A-2F28-342B-4D935BCB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54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CE1A4C-4F9F-4A77-AE73-F8A536890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C7FB5-5049-538C-EEB4-3F11FBA97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CA391-17C0-6311-DF2A-BC04EAEFE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FEAEA-D1FD-7019-8152-A40DDE9AF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56392-6778-E7F4-B190-1E41A2FC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16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40670-2962-C2DA-C79B-3898EAEA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F923E-D1E3-F130-506F-340D19394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2B181-43CF-5ED4-0967-A4A3AC43F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6918F-6C95-4790-A346-F35CE0194D81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CEB4-2892-4A37-3148-02ABAD225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D4E69-55AE-C299-4EE1-0068D9237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D7330-0AF2-4A46-A676-7D73083F6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54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4" r:id="rId1"/>
    <p:sldLayoutId id="2147484385" r:id="rId2"/>
    <p:sldLayoutId id="2147484386" r:id="rId3"/>
    <p:sldLayoutId id="2147484387" r:id="rId4"/>
    <p:sldLayoutId id="2147484388" r:id="rId5"/>
    <p:sldLayoutId id="2147484389" r:id="rId6"/>
    <p:sldLayoutId id="2147484390" r:id="rId7"/>
    <p:sldLayoutId id="2147484391" r:id="rId8"/>
    <p:sldLayoutId id="2147484392" r:id="rId9"/>
    <p:sldLayoutId id="2147484393" r:id="rId10"/>
    <p:sldLayoutId id="21474843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1D0150-41D8-0B48-7144-2ED2E42F2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5" b="25082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63FE0-E54F-5188-3371-4F99D117B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Employee Attrition Patterns Using HR Data</a:t>
            </a:r>
            <a:endParaRPr lang="en-IN" sz="4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6AA58-5233-C739-EF28-1D3109D72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IN"/>
              <a:t>Charan VR</a:t>
            </a:r>
          </a:p>
          <a:p>
            <a:pPr algn="l"/>
            <a:r>
              <a:rPr lang="en-IN"/>
              <a:t>AF05104385</a:t>
            </a:r>
          </a:p>
          <a:p>
            <a:pPr algn="l"/>
            <a:r>
              <a:rPr lang="en-IN"/>
              <a:t>ANP–D4856</a:t>
            </a:r>
          </a:p>
        </p:txBody>
      </p:sp>
    </p:spTree>
    <p:extLst>
      <p:ext uri="{BB962C8B-B14F-4D97-AF65-F5344CB8AC3E}">
        <p14:creationId xmlns:p14="http://schemas.microsoft.com/office/powerpoint/2010/main" val="34822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89F16F0-8085-4331-80C4-0014DB07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8CE5AC3-2162-46EB-6110-3C34639F3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700">
                <a:latin typeface="Calibri"/>
                <a:ea typeface="Calibri"/>
                <a:cs typeface="Calibri"/>
              </a:rPr>
              <a:t>Employee attrition is a major challenge faced by many organizations.       When employees leave frequently, it increases recruitment costs,  reduces productivity, and affects team performance.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7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>
                <a:latin typeface="Calibri"/>
                <a:ea typeface="Calibri"/>
                <a:cs typeface="Calibri"/>
              </a:rPr>
              <a:t>This project analyzes employee data to understand the patterns</a:t>
            </a:r>
            <a:r>
              <a:rPr lang="en-US" sz="1700" b="1">
                <a:latin typeface="Calibri"/>
                <a:ea typeface="Calibri"/>
                <a:cs typeface="Calibri"/>
              </a:rPr>
              <a:t> </a:t>
            </a:r>
            <a:r>
              <a:rPr lang="en-US" sz="1700">
                <a:latin typeface="Calibri"/>
                <a:ea typeface="Calibri"/>
                <a:cs typeface="Calibri"/>
              </a:rPr>
              <a:t>and</a:t>
            </a:r>
            <a:r>
              <a:rPr lang="en-US" sz="1700" b="1">
                <a:latin typeface="Calibri"/>
                <a:ea typeface="Calibri"/>
                <a:cs typeface="Calibri"/>
              </a:rPr>
              <a:t> </a:t>
            </a:r>
            <a:r>
              <a:rPr lang="en-US" sz="1700">
                <a:latin typeface="Calibri"/>
                <a:ea typeface="Calibri"/>
                <a:cs typeface="Calibri"/>
              </a:rPr>
              <a:t>f  factors</a:t>
            </a:r>
            <a:r>
              <a:rPr lang="en-US" sz="1700" b="1">
                <a:latin typeface="Calibri"/>
                <a:ea typeface="Calibri"/>
                <a:cs typeface="Calibri"/>
              </a:rPr>
              <a:t> </a:t>
            </a:r>
            <a:r>
              <a:rPr lang="en-US" sz="1700">
                <a:latin typeface="Calibri"/>
                <a:ea typeface="Calibri"/>
                <a:cs typeface="Calibri"/>
              </a:rPr>
              <a:t>influencing</a:t>
            </a:r>
            <a:r>
              <a:rPr lang="en-US" sz="1700" b="1">
                <a:latin typeface="Calibri"/>
                <a:ea typeface="Calibri"/>
                <a:cs typeface="Calibri"/>
              </a:rPr>
              <a:t> </a:t>
            </a:r>
            <a:r>
              <a:rPr lang="en-US" sz="1700">
                <a:latin typeface="Calibri"/>
                <a:ea typeface="Calibri"/>
                <a:cs typeface="Calibri"/>
              </a:rPr>
              <a:t>employee</a:t>
            </a:r>
            <a:r>
              <a:rPr lang="en-US" sz="1700" b="1">
                <a:latin typeface="Calibri"/>
                <a:ea typeface="Calibri"/>
                <a:cs typeface="Calibri"/>
              </a:rPr>
              <a:t> </a:t>
            </a:r>
            <a:r>
              <a:rPr lang="en-US" sz="1700">
                <a:latin typeface="Calibri"/>
                <a:ea typeface="Calibri"/>
                <a:cs typeface="Calibri"/>
              </a:rPr>
              <a:t>attrition. Using data visualization and analytics in Power</a:t>
            </a:r>
            <a:r>
              <a:rPr lang="en-US" sz="1700" b="1">
                <a:latin typeface="Calibri"/>
                <a:ea typeface="Calibri"/>
                <a:cs typeface="Calibri"/>
              </a:rPr>
              <a:t> </a:t>
            </a:r>
            <a:r>
              <a:rPr lang="en-US" sz="1700">
                <a:latin typeface="Calibri"/>
                <a:ea typeface="Calibri"/>
                <a:cs typeface="Calibri"/>
              </a:rPr>
              <a:t>BI, the project aims to identify the key reasons employees leave and provide insights to help organizations improve employee retention.</a:t>
            </a:r>
            <a:endParaRPr lang="en-IN" sz="1700">
              <a:latin typeface="Calibri"/>
              <a:ea typeface="Calibri"/>
              <a:cs typeface="Calibri"/>
            </a:endParaRPr>
          </a:p>
        </p:txBody>
      </p:sp>
      <p:pic>
        <p:nvPicPr>
          <p:cNvPr id="17" name="Picture 16" descr="Person holding a puzzle piece">
            <a:extLst>
              <a:ext uri="{FF2B5EF4-FFF2-40B4-BE49-F238E27FC236}">
                <a16:creationId xmlns:a16="http://schemas.microsoft.com/office/drawing/2014/main" id="{822B1B34-4C0F-CCBF-39C6-B8796D28C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36" r="19573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3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C9B003-99B7-F199-8D84-32410A39C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            </a:t>
            </a:r>
          </a:p>
        </p:txBody>
      </p:sp>
      <p:graphicFrame>
        <p:nvGraphicFramePr>
          <p:cNvPr id="21" name="Rectangle 4">
            <a:extLst>
              <a:ext uri="{FF2B5EF4-FFF2-40B4-BE49-F238E27FC236}">
                <a16:creationId xmlns:a16="http://schemas.microsoft.com/office/drawing/2014/main" id="{49732C36-B5C2-1EF2-5D4A-6DECA8E81A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973530"/>
          <a:ext cx="10919791" cy="3785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746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D94CE-ACEB-7E1A-6C4F-397E4EA27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6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75AE0-9659-04F2-CAEA-0C14CD2CD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IN" sz="19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Source : Kaggle </a:t>
            </a:r>
          </a:p>
          <a:p>
            <a:pPr marL="0" indent="0">
              <a:buNone/>
            </a:pPr>
            <a:r>
              <a:rPr lang="en-IN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Dataset contains :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Employee ID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Age</a:t>
            </a:r>
            <a:endParaRPr lang="en-IN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Gender</a:t>
            </a:r>
            <a:endParaRPr lang="en-IN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Education</a:t>
            </a:r>
            <a:endParaRPr lang="en-IN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Department</a:t>
            </a:r>
            <a:endParaRPr lang="en-IN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Job Satisfaction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Work Life Balance </a:t>
            </a:r>
            <a:endParaRPr lang="en-IN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Overtime</a:t>
            </a:r>
            <a:endParaRPr lang="en-IN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Distance From Home km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Num Projects Last Year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Last Promotion Years Ago</a:t>
            </a:r>
            <a:endParaRPr lang="en-IN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Attrition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Role Name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923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Desk with productivity items">
            <a:extLst>
              <a:ext uri="{FF2B5EF4-FFF2-40B4-BE49-F238E27FC236}">
                <a16:creationId xmlns:a16="http://schemas.microsoft.com/office/drawing/2014/main" id="{0AE27A76-FD1B-15A3-B72A-3B3A765E1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8" r="1844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72296-30E6-BB20-91DB-897602EDA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Key DAX Measures 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A5678800-6B02-02D3-3DB5-D0C791A3A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IN" sz="1400"/>
              <a:t>Total Emlpoyee</a:t>
            </a:r>
          </a:p>
          <a:p>
            <a:r>
              <a:rPr lang="en-IN" sz="1400"/>
              <a:t>Active Employee</a:t>
            </a:r>
          </a:p>
          <a:p>
            <a:r>
              <a:rPr lang="en-IN" sz="1400"/>
              <a:t>Total Attrition</a:t>
            </a:r>
          </a:p>
          <a:p>
            <a:r>
              <a:rPr lang="en-IN" sz="1400"/>
              <a:t>Attrition %</a:t>
            </a:r>
          </a:p>
          <a:p>
            <a:r>
              <a:rPr lang="en-IN" sz="1400"/>
              <a:t>Low Job Satisfaction</a:t>
            </a:r>
          </a:p>
          <a:p>
            <a:r>
              <a:rPr lang="en-IN" sz="1400"/>
              <a:t>Work Life Balance</a:t>
            </a:r>
          </a:p>
          <a:p>
            <a:r>
              <a:rPr lang="en-IN" sz="1400"/>
              <a:t>High Workload</a:t>
            </a:r>
          </a:p>
          <a:p>
            <a:r>
              <a:rPr lang="en-IN" sz="1400"/>
              <a:t>Overtime</a:t>
            </a:r>
          </a:p>
          <a:p>
            <a:r>
              <a:rPr lang="en-IN" sz="1400"/>
              <a:t>High Distance</a:t>
            </a:r>
          </a:p>
          <a:p>
            <a:r>
              <a:rPr lang="en-IN" sz="1400"/>
              <a:t>No Promotion</a:t>
            </a:r>
          </a:p>
          <a:p>
            <a:r>
              <a:rPr lang="en-IN" sz="1400"/>
              <a:t>Average Years Before leaving</a:t>
            </a:r>
          </a:p>
        </p:txBody>
      </p:sp>
    </p:spTree>
    <p:extLst>
      <p:ext uri="{BB962C8B-B14F-4D97-AF65-F5344CB8AC3E}">
        <p14:creationId xmlns:p14="http://schemas.microsoft.com/office/powerpoint/2010/main" val="289700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64197A-37C7-BB80-5C31-E8A313D2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Overview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DB7A18-6D25-D905-EA7A-7CFA5B3A3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>
            <a:fillRect/>
          </a:stretch>
        </p:blipFill>
        <p:spPr>
          <a:xfrm>
            <a:off x="4881" y="1395080"/>
            <a:ext cx="12182238" cy="544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58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B9348-EF8A-BCC2-0907-5888FD21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376AE-9027-5944-989C-4020455CD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7" y="1391092"/>
            <a:ext cx="12203092" cy="546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6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A016B-6256-49D6-46C4-F227FF8C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A8AAD-367D-C038-9936-EFA2BD456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" y="1391092"/>
            <a:ext cx="12186307" cy="546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73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BE7801B4-B942-A281-2491-8013A0CC8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8" r="6939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ED438-9AF6-6CDA-9255-E88460BA2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6EF7-840D-EB82-3BC2-2A4F8E6A7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400"/>
              <a:t>Some departments show higher employee attrition compared to others.</a:t>
            </a:r>
          </a:p>
          <a:p>
            <a:r>
              <a:rPr lang="en-US" sz="1400"/>
              <a:t>Employees with low job satisfaction are more likely to leave the company.</a:t>
            </a:r>
          </a:p>
          <a:p>
            <a:r>
              <a:rPr lang="en-US" sz="1400"/>
              <a:t>Frequent overtime is associated with higher attrition rates.</a:t>
            </a:r>
          </a:p>
          <a:p>
            <a:r>
              <a:rPr lang="en-US" sz="1400"/>
              <a:t>Lack of promotions and career growth increases employee turnover.</a:t>
            </a:r>
          </a:p>
          <a:p>
            <a:r>
              <a:rPr lang="en-US" sz="1400"/>
              <a:t>Employees handling a higher number of projects may experience workload stress, leading to higher attrition.</a:t>
            </a:r>
          </a:p>
          <a:p>
            <a:r>
              <a:rPr lang="en-US" sz="1400"/>
              <a:t>Employees living far from the workplace tend to leave more often.</a:t>
            </a:r>
          </a:p>
        </p:txBody>
      </p:sp>
    </p:spTree>
    <p:extLst>
      <p:ext uri="{BB962C8B-B14F-4D97-AF65-F5344CB8AC3E}">
        <p14:creationId xmlns:p14="http://schemas.microsoft.com/office/powerpoint/2010/main" val="79848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F9B33-7266-AD01-AC4B-3D070EA64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sz="400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CA296-CB44-5380-0A03-76B2945E6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900"/>
              <a:t>Improve</a:t>
            </a:r>
            <a:r>
              <a:rPr lang="en-US" sz="1900" b="1"/>
              <a:t> </a:t>
            </a:r>
            <a:r>
              <a:rPr lang="en-US" sz="1900"/>
              <a:t>job</a:t>
            </a:r>
            <a:r>
              <a:rPr lang="en-US" sz="1900" b="1"/>
              <a:t> </a:t>
            </a:r>
            <a:r>
              <a:rPr lang="en-US" sz="1900"/>
              <a:t>satisfaction by creating a positive and supportive work environment.</a:t>
            </a:r>
          </a:p>
          <a:p>
            <a:r>
              <a:rPr lang="en-US" sz="1900"/>
              <a:t>Reduce</a:t>
            </a:r>
            <a:r>
              <a:rPr lang="en-US" sz="1900" b="1"/>
              <a:t> </a:t>
            </a:r>
            <a:r>
              <a:rPr lang="en-US" sz="1900"/>
              <a:t>excessive</a:t>
            </a:r>
            <a:r>
              <a:rPr lang="en-US" sz="1900" b="1"/>
              <a:t> </a:t>
            </a:r>
            <a:r>
              <a:rPr lang="en-US" sz="1900"/>
              <a:t>overtime to help employees maintain a better work-life balance.</a:t>
            </a:r>
          </a:p>
          <a:p>
            <a:r>
              <a:rPr lang="en-US" sz="1900"/>
              <a:t>Provide</a:t>
            </a:r>
            <a:r>
              <a:rPr lang="en-US" sz="1900" b="1"/>
              <a:t> </a:t>
            </a:r>
            <a:r>
              <a:rPr lang="en-US" sz="1900"/>
              <a:t>regular</a:t>
            </a:r>
            <a:r>
              <a:rPr lang="en-US" sz="1900" b="1"/>
              <a:t> </a:t>
            </a:r>
            <a:r>
              <a:rPr lang="en-US" sz="1900"/>
              <a:t>promotions</a:t>
            </a:r>
            <a:r>
              <a:rPr lang="en-US" sz="1900" b="1"/>
              <a:t> </a:t>
            </a:r>
            <a:r>
              <a:rPr lang="en-US" sz="1900"/>
              <a:t>and</a:t>
            </a:r>
            <a:r>
              <a:rPr lang="en-US" sz="1900" b="1"/>
              <a:t> </a:t>
            </a:r>
            <a:r>
              <a:rPr lang="en-US" sz="1900"/>
              <a:t>career</a:t>
            </a:r>
            <a:r>
              <a:rPr lang="en-US" sz="1900" b="1"/>
              <a:t> </a:t>
            </a:r>
            <a:r>
              <a:rPr lang="en-US" sz="1900"/>
              <a:t>growth</a:t>
            </a:r>
            <a:r>
              <a:rPr lang="en-US" sz="1900" b="1"/>
              <a:t> </a:t>
            </a:r>
            <a:r>
              <a:rPr lang="en-US" sz="1900"/>
              <a:t>opportunities to retain talented employees.</a:t>
            </a:r>
          </a:p>
          <a:p>
            <a:r>
              <a:rPr lang="en-US" sz="1900"/>
              <a:t>Manage</a:t>
            </a:r>
            <a:r>
              <a:rPr lang="en-US" sz="1900" b="1"/>
              <a:t> </a:t>
            </a:r>
            <a:r>
              <a:rPr lang="en-US" sz="1900"/>
              <a:t>project</a:t>
            </a:r>
            <a:r>
              <a:rPr lang="en-US" sz="1900" b="1"/>
              <a:t> </a:t>
            </a:r>
            <a:r>
              <a:rPr lang="en-US" sz="1900"/>
              <a:t>workload</a:t>
            </a:r>
            <a:r>
              <a:rPr lang="en-US" sz="1900" b="1"/>
              <a:t> </a:t>
            </a:r>
            <a:r>
              <a:rPr lang="en-US" sz="1900"/>
              <a:t>effectively to prevent employee stress and burnout.</a:t>
            </a:r>
          </a:p>
          <a:p>
            <a:r>
              <a:rPr lang="en-US" sz="1900"/>
              <a:t>Support</a:t>
            </a:r>
            <a:r>
              <a:rPr lang="en-US" sz="1900" b="1"/>
              <a:t> </a:t>
            </a:r>
            <a:r>
              <a:rPr lang="en-US" sz="1900"/>
              <a:t>employees</a:t>
            </a:r>
            <a:r>
              <a:rPr lang="en-US" sz="1900" b="1"/>
              <a:t> </a:t>
            </a:r>
            <a:r>
              <a:rPr lang="en-US" sz="1900"/>
              <a:t>with</a:t>
            </a:r>
            <a:r>
              <a:rPr lang="en-US" sz="1900" b="1"/>
              <a:t> </a:t>
            </a:r>
            <a:r>
              <a:rPr lang="en-US" sz="1900"/>
              <a:t>long</a:t>
            </a:r>
            <a:r>
              <a:rPr lang="en-US" sz="1900" b="1"/>
              <a:t> </a:t>
            </a:r>
            <a:r>
              <a:rPr lang="en-US" sz="1900"/>
              <a:t>commuting</a:t>
            </a:r>
            <a:r>
              <a:rPr lang="en-US" sz="1900" b="1"/>
              <a:t> </a:t>
            </a:r>
            <a:r>
              <a:rPr lang="en-US" sz="1900"/>
              <a:t>distances through flexible work options or transportation support.</a:t>
            </a:r>
          </a:p>
          <a:p>
            <a:endParaRPr lang="en-IN" sz="1900"/>
          </a:p>
        </p:txBody>
      </p:sp>
      <p:pic>
        <p:nvPicPr>
          <p:cNvPr id="20" name="Picture 19" descr="Illustration of people on a blockchain">
            <a:extLst>
              <a:ext uri="{FF2B5EF4-FFF2-40B4-BE49-F238E27FC236}">
                <a16:creationId xmlns:a16="http://schemas.microsoft.com/office/drawing/2014/main" id="{E1A54FF3-6F80-4226-25BC-9EFFEE6C0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26" r="27262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623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75FD1-3995-5BD0-EE1B-544466CB7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>
                    <a:lumMod val="85000"/>
                    <a:lumOff val="1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4BF0-1E5B-3039-788D-2307F1701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This project analyzed employee data to understand the key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factors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influencing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employee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attrition. The analysis showed that factors such as job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satisfaction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overtime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workload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work-life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balance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promotions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and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commuting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distance play an important role in employee turnover. By using Power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BI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dashboards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and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data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analysis, organizations can identify employees at risk of leaving and take proactive steps to improve employee satisfaction and retention. This helps companies reduce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attrition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improve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productivity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and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create a more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stable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workforce.</a:t>
            </a:r>
          </a:p>
          <a:p>
            <a:endParaRPr lang="en-IN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67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5DDBF-266E-E75E-38AF-DC20CD20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8721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420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 Theme</vt:lpstr>
      <vt:lpstr>Analyzing Employee Attrition Patterns Using HR Data</vt:lpstr>
      <vt:lpstr>Introduction </vt:lpstr>
      <vt:lpstr>Problem Statement             </vt:lpstr>
      <vt:lpstr>Dataset Description </vt:lpstr>
      <vt:lpstr>Key DAX Measures </vt:lpstr>
      <vt:lpstr>Dashboard Overview </vt:lpstr>
      <vt:lpstr>Dashboard Overview</vt:lpstr>
      <vt:lpstr>Dashboard Overview</vt:lpstr>
      <vt:lpstr>Key Insights</vt:lpstr>
      <vt:lpstr>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VR</dc:creator>
  <cp:lastModifiedBy>CHARAN VR</cp:lastModifiedBy>
  <cp:revision>1</cp:revision>
  <dcterms:created xsi:type="dcterms:W3CDTF">2026-03-09T02:04:50Z</dcterms:created>
  <dcterms:modified xsi:type="dcterms:W3CDTF">2026-03-12T17:15:33Z</dcterms:modified>
</cp:coreProperties>
</file>